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 autoCompressPictures="0">
  <p:sldMasterIdLst>
    <p:sldMasterId id="2147483648" r:id="rId4"/>
  </p:sldMasterIdLst>
  <p:notesMasterIdLst>
    <p:notesMasterId r:id="rId15"/>
  </p:notesMasterIdLst>
  <p:handoutMasterIdLst>
    <p:handoutMasterId r:id="rId16"/>
  </p:handoutMasterIdLst>
  <p:sldIdLst>
    <p:sldId id="1586" r:id="rId5"/>
    <p:sldId id="1585" r:id="rId6"/>
    <p:sldId id="1594" r:id="rId7"/>
    <p:sldId id="1588" r:id="rId8"/>
    <p:sldId id="1592" r:id="rId9"/>
    <p:sldId id="1591" r:id="rId10"/>
    <p:sldId id="1601" r:id="rId11"/>
    <p:sldId id="1595" r:id="rId12"/>
    <p:sldId id="1602" r:id="rId13"/>
    <p:sldId id="1589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3FDD6"/>
    <a:srgbClr val="FFFD78"/>
    <a:srgbClr val="FF9300"/>
    <a:srgbClr val="73FEFF"/>
    <a:srgbClr val="0096FF"/>
    <a:srgbClr val="000000"/>
    <a:srgbClr val="76D6FF"/>
    <a:srgbClr val="FFD579"/>
    <a:srgbClr val="E3BF6E"/>
    <a:srgbClr val="B79A5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–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5A111915-BE36-4E01-A7E5-04B1672EAD32}" styleName="Light Style 2 –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72833802-FEF1-4C79-8D5D-14CF1EAF98D9}" styleName="Light Style 2 –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9DCAF9ED-07DC-4A11-8D7F-57B35C25682E}" styleName="Medium Style 1 –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21E4AEA4-8DFA-4A89-87EB-49C32662AFE0}" styleName="Medium Style 2 –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–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2233" autoAdjust="0"/>
    <p:restoredTop sz="94658"/>
  </p:normalViewPr>
  <p:slideViewPr>
    <p:cSldViewPr snapToGrid="0">
      <p:cViewPr varScale="1">
        <p:scale>
          <a:sx n="106" d="100"/>
          <a:sy n="106" d="100"/>
        </p:scale>
        <p:origin x="584" y="48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8/10/relationships/authors" Target="author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2CE6AB8-B881-4727-81E4-8F150B795BA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BC3BA12-00C9-4178-A6D0-60536D00E65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4192FFE-9A79-4B09-A370-A3F647DE624F}" type="datetimeFigureOut">
              <a:rPr lang="en-US" smtClean="0"/>
              <a:t>10/9/25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B9488A2-37D8-4146-8EF6-799539FBB84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216018B-4398-42EA-A6EB-63D548F4CF9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9AA6C83-C7AE-4A16-A795-3EF5870D159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587577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5ADC0B-3AFF-4583-A2D6-A3E917FBC9FC}" type="datetimeFigureOut">
              <a:rPr lang="en-US" smtClean="0"/>
              <a:t>10/9/25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554EF9-332E-4578-9281-905F5369A44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94113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488C4F-9E8E-DF20-C754-3932539D15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7351A75-DA54-1E87-718F-BDFD796741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35D7E11-1131-D0CD-19D4-36DF5FE923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BFFD86-4CA7-09CA-EB3A-21B27A17817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554EF9-332E-4578-9281-905F5369A446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4857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826983-B48D-8FA7-CA77-57954A711B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F065529-481E-A201-FFE0-605B8D4BCD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2E3E7CB-21B7-0D1C-F00A-B0E8468FC0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B5028E-B510-8BC0-8372-A6FEAA9CA95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DD6F49-EBB7-4CCF-97A8-E526BB28BB69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285511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B051A1-DF13-EDC5-3188-61D4265EFC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DFB4728-96BA-13C9-7EC2-FC9562348D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FD367C5-1E9E-669B-4A0A-9911871F4F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B63C60-8FC7-F46E-0C6B-B5E74D4A5E2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DD6F49-EBB7-4CCF-97A8-E526BB28BB69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930970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5E3952-95E6-C5FE-8D92-DEF3B0F5AF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649F841-88BB-59E2-DAA1-2033D17AB91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D923B62-ABFF-2F14-A289-A3E36E2D3E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8A8723-7CC4-27F1-BED3-B90C6D7E0A8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DD6F49-EBB7-4CCF-97A8-E526BB28BB69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14310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C2611C-8505-4E11-085F-0208D261BF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6F21EA2-7746-B8EB-22E5-8EA342FC59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7719F42-64FF-4961-54F8-A88DCBEDE2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F9832F-3853-0C81-F970-EF3E96F0F49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DD6F49-EBB7-4CCF-97A8-E526BB28BB69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330326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EB150D-7B27-6603-4E99-6F47F24E71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6BF169E-49F0-135C-A7AE-5ED115D915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E09C0F8-62A4-E1D7-0605-A822205CD9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86A974-8ABE-38D1-1A1C-51BA9AA16DE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DD6F49-EBB7-4CCF-97A8-E526BB28BB69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737178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481DF8-987E-6E7A-2483-88614A247F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115455A-89C0-6885-4A63-B37EF84DD9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2BA84EC-99E2-FABA-94CC-07D678F23A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FB1BFA-96AC-8AD3-907B-AC2B7BB88F3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DD6F49-EBB7-4CCF-97A8-E526BB28BB69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030691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5CC123-E496-3AF3-21C8-DA2F3769E9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26EAEFC-A851-8285-7C93-4A3540D2FA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D518C5A-02D0-72F3-46C2-B717701D70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CD39E6-2B6F-D8D7-E1BF-927AB63B59E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DD6F49-EBB7-4CCF-97A8-E526BB28BB69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208240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F783BD-E9E7-31AC-82B4-DFC0F4E330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006BBAA-FDA0-14B8-78B6-4BC9E78E46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4DE5ED7-F1CC-F29E-9380-0E0C4E7CB8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F26BDF-CA49-AD96-C14F-45312FA9E5D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DD6F49-EBB7-4CCF-97A8-E526BB28BB69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778796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4923AD-1C7F-039B-9577-953486C294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A416601-3A3E-0A50-1C77-E7A1E12DA22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FEF6722-1DD7-B4E2-503D-D53F94B58D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F8F6DF-5E1B-9777-4D42-D6004BB698E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DD6F49-EBB7-4CCF-97A8-E526BB28BB69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05386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sv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5" Type="http://schemas.openxmlformats.org/officeDocument/2006/relationships/image" Target="../media/image1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Relationship Id="rId14" Type="http://schemas.openxmlformats.org/officeDocument/2006/relationships/image" Target="../media/image13.png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13" Type="http://schemas.openxmlformats.org/officeDocument/2006/relationships/image" Target="../media/image26.svg"/><Relationship Id="rId3" Type="http://schemas.openxmlformats.org/officeDocument/2006/relationships/image" Target="../media/image16.svg"/><Relationship Id="rId7" Type="http://schemas.openxmlformats.org/officeDocument/2006/relationships/image" Target="../media/image20.svg"/><Relationship Id="rId12" Type="http://schemas.openxmlformats.org/officeDocument/2006/relationships/image" Target="../media/image25.pn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9.png"/><Relationship Id="rId11" Type="http://schemas.openxmlformats.org/officeDocument/2006/relationships/image" Target="../media/image24.svg"/><Relationship Id="rId5" Type="http://schemas.openxmlformats.org/officeDocument/2006/relationships/image" Target="../media/image18.svg"/><Relationship Id="rId10" Type="http://schemas.openxmlformats.org/officeDocument/2006/relationships/image" Target="../media/image23.png"/><Relationship Id="rId4" Type="http://schemas.openxmlformats.org/officeDocument/2006/relationships/image" Target="../media/image17.png"/><Relationship Id="rId9" Type="http://schemas.openxmlformats.org/officeDocument/2006/relationships/image" Target="../media/image22.svg"/></Relationships>
</file>

<file path=ppt/slideLayouts/_rels/slideLayout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13" Type="http://schemas.openxmlformats.org/officeDocument/2006/relationships/image" Target="../media/image26.svg"/><Relationship Id="rId3" Type="http://schemas.openxmlformats.org/officeDocument/2006/relationships/image" Target="../media/image28.svg"/><Relationship Id="rId7" Type="http://schemas.openxmlformats.org/officeDocument/2006/relationships/image" Target="../media/image32.svg"/><Relationship Id="rId12" Type="http://schemas.openxmlformats.org/officeDocument/2006/relationships/image" Target="../media/image25.png"/><Relationship Id="rId2" Type="http://schemas.openxmlformats.org/officeDocument/2006/relationships/image" Target="../media/image27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1.png"/><Relationship Id="rId11" Type="http://schemas.openxmlformats.org/officeDocument/2006/relationships/image" Target="../media/image36.svg"/><Relationship Id="rId5" Type="http://schemas.openxmlformats.org/officeDocument/2006/relationships/image" Target="../media/image30.svg"/><Relationship Id="rId10" Type="http://schemas.openxmlformats.org/officeDocument/2006/relationships/image" Target="../media/image35.png"/><Relationship Id="rId4" Type="http://schemas.openxmlformats.org/officeDocument/2006/relationships/image" Target="../media/image29.png"/><Relationship Id="rId9" Type="http://schemas.openxmlformats.org/officeDocument/2006/relationships/image" Target="../media/image34.svg"/></Relationships>
</file>

<file path=ppt/slideLayouts/_rels/slideLayout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13" Type="http://schemas.openxmlformats.org/officeDocument/2006/relationships/image" Target="../media/image26.svg"/><Relationship Id="rId3" Type="http://schemas.openxmlformats.org/officeDocument/2006/relationships/image" Target="../media/image38.svg"/><Relationship Id="rId7" Type="http://schemas.openxmlformats.org/officeDocument/2006/relationships/image" Target="../media/image42.svg"/><Relationship Id="rId12" Type="http://schemas.openxmlformats.org/officeDocument/2006/relationships/image" Target="../media/image25.png"/><Relationship Id="rId2" Type="http://schemas.openxmlformats.org/officeDocument/2006/relationships/image" Target="../media/image37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1.png"/><Relationship Id="rId11" Type="http://schemas.openxmlformats.org/officeDocument/2006/relationships/image" Target="../media/image46.svg"/><Relationship Id="rId5" Type="http://schemas.openxmlformats.org/officeDocument/2006/relationships/image" Target="../media/image40.svg"/><Relationship Id="rId10" Type="http://schemas.openxmlformats.org/officeDocument/2006/relationships/image" Target="../media/image45.png"/><Relationship Id="rId4" Type="http://schemas.openxmlformats.org/officeDocument/2006/relationships/image" Target="../media/image39.png"/><Relationship Id="rId9" Type="http://schemas.openxmlformats.org/officeDocument/2006/relationships/image" Target="../media/image44.svg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png"/><Relationship Id="rId13" Type="http://schemas.openxmlformats.org/officeDocument/2006/relationships/image" Target="../media/image26.svg"/><Relationship Id="rId3" Type="http://schemas.openxmlformats.org/officeDocument/2006/relationships/image" Target="../media/image48.svg"/><Relationship Id="rId7" Type="http://schemas.openxmlformats.org/officeDocument/2006/relationships/image" Target="../media/image52.svg"/><Relationship Id="rId12" Type="http://schemas.openxmlformats.org/officeDocument/2006/relationships/image" Target="../media/image25.png"/><Relationship Id="rId2" Type="http://schemas.openxmlformats.org/officeDocument/2006/relationships/image" Target="../media/image47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1.png"/><Relationship Id="rId11" Type="http://schemas.openxmlformats.org/officeDocument/2006/relationships/image" Target="../media/image56.svg"/><Relationship Id="rId5" Type="http://schemas.openxmlformats.org/officeDocument/2006/relationships/image" Target="../media/image50.svg"/><Relationship Id="rId10" Type="http://schemas.openxmlformats.org/officeDocument/2006/relationships/image" Target="../media/image55.png"/><Relationship Id="rId4" Type="http://schemas.openxmlformats.org/officeDocument/2006/relationships/image" Target="../media/image49.png"/><Relationship Id="rId9" Type="http://schemas.openxmlformats.org/officeDocument/2006/relationships/image" Target="../media/image54.svg"/></Relationships>
</file>

<file path=ppt/slideLayouts/_rels/slideLayout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3.png"/><Relationship Id="rId13" Type="http://schemas.openxmlformats.org/officeDocument/2006/relationships/image" Target="../media/image26.svg"/><Relationship Id="rId3" Type="http://schemas.openxmlformats.org/officeDocument/2006/relationships/image" Target="../media/image58.svg"/><Relationship Id="rId7" Type="http://schemas.openxmlformats.org/officeDocument/2006/relationships/image" Target="../media/image62.svg"/><Relationship Id="rId12" Type="http://schemas.openxmlformats.org/officeDocument/2006/relationships/image" Target="../media/image25.png"/><Relationship Id="rId2" Type="http://schemas.openxmlformats.org/officeDocument/2006/relationships/image" Target="../media/image57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1.png"/><Relationship Id="rId11" Type="http://schemas.openxmlformats.org/officeDocument/2006/relationships/image" Target="../media/image66.svg"/><Relationship Id="rId5" Type="http://schemas.openxmlformats.org/officeDocument/2006/relationships/image" Target="../media/image60.svg"/><Relationship Id="rId10" Type="http://schemas.openxmlformats.org/officeDocument/2006/relationships/image" Target="../media/image65.png"/><Relationship Id="rId4" Type="http://schemas.openxmlformats.org/officeDocument/2006/relationships/image" Target="../media/image59.png"/><Relationship Id="rId9" Type="http://schemas.openxmlformats.org/officeDocument/2006/relationships/image" Target="../media/image64.svg"/></Relationships>
</file>

<file path=ppt/slideLayouts/_rels/slideLayout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3.png"/><Relationship Id="rId13" Type="http://schemas.openxmlformats.org/officeDocument/2006/relationships/image" Target="../media/image26.svg"/><Relationship Id="rId3" Type="http://schemas.openxmlformats.org/officeDocument/2006/relationships/image" Target="../media/image68.svg"/><Relationship Id="rId7" Type="http://schemas.openxmlformats.org/officeDocument/2006/relationships/image" Target="../media/image72.svg"/><Relationship Id="rId12" Type="http://schemas.openxmlformats.org/officeDocument/2006/relationships/image" Target="../media/image25.png"/><Relationship Id="rId2" Type="http://schemas.openxmlformats.org/officeDocument/2006/relationships/image" Target="../media/image67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71.png"/><Relationship Id="rId11" Type="http://schemas.openxmlformats.org/officeDocument/2006/relationships/image" Target="../media/image44.svg"/><Relationship Id="rId5" Type="http://schemas.openxmlformats.org/officeDocument/2006/relationships/image" Target="../media/image70.svg"/><Relationship Id="rId10" Type="http://schemas.openxmlformats.org/officeDocument/2006/relationships/image" Target="../media/image43.png"/><Relationship Id="rId4" Type="http://schemas.openxmlformats.org/officeDocument/2006/relationships/image" Target="../media/image69.png"/><Relationship Id="rId9" Type="http://schemas.openxmlformats.org/officeDocument/2006/relationships/image" Target="../media/image74.svg"/></Relationships>
</file>

<file path=ppt/slideLayouts/_rels/slideLayout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1.png"/><Relationship Id="rId13" Type="http://schemas.openxmlformats.org/officeDocument/2006/relationships/image" Target="../media/image26.svg"/><Relationship Id="rId3" Type="http://schemas.openxmlformats.org/officeDocument/2006/relationships/image" Target="../media/image76.svg"/><Relationship Id="rId7" Type="http://schemas.openxmlformats.org/officeDocument/2006/relationships/image" Target="../media/image80.svg"/><Relationship Id="rId12" Type="http://schemas.openxmlformats.org/officeDocument/2006/relationships/image" Target="../media/image25.png"/><Relationship Id="rId2" Type="http://schemas.openxmlformats.org/officeDocument/2006/relationships/image" Target="../media/image7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79.png"/><Relationship Id="rId11" Type="http://schemas.openxmlformats.org/officeDocument/2006/relationships/image" Target="../media/image84.svg"/><Relationship Id="rId5" Type="http://schemas.openxmlformats.org/officeDocument/2006/relationships/image" Target="../media/image78.svg"/><Relationship Id="rId10" Type="http://schemas.openxmlformats.org/officeDocument/2006/relationships/image" Target="../media/image83.png"/><Relationship Id="rId4" Type="http://schemas.openxmlformats.org/officeDocument/2006/relationships/image" Target="../media/image77.png"/><Relationship Id="rId9" Type="http://schemas.openxmlformats.org/officeDocument/2006/relationships/image" Target="../media/image82.svg"/></Relationships>
</file>

<file path=ppt/slideLayouts/_rels/slideLayout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1.png"/><Relationship Id="rId13" Type="http://schemas.openxmlformats.org/officeDocument/2006/relationships/image" Target="../media/image96.svg"/><Relationship Id="rId3" Type="http://schemas.openxmlformats.org/officeDocument/2006/relationships/image" Target="../media/image86.svg"/><Relationship Id="rId7" Type="http://schemas.openxmlformats.org/officeDocument/2006/relationships/image" Target="../media/image90.svg"/><Relationship Id="rId12" Type="http://schemas.openxmlformats.org/officeDocument/2006/relationships/image" Target="../media/image95.png"/><Relationship Id="rId2" Type="http://schemas.openxmlformats.org/officeDocument/2006/relationships/image" Target="../media/image8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89.png"/><Relationship Id="rId11" Type="http://schemas.openxmlformats.org/officeDocument/2006/relationships/image" Target="../media/image94.svg"/><Relationship Id="rId5" Type="http://schemas.openxmlformats.org/officeDocument/2006/relationships/image" Target="../media/image88.svg"/><Relationship Id="rId10" Type="http://schemas.openxmlformats.org/officeDocument/2006/relationships/image" Target="../media/image93.png"/><Relationship Id="rId4" Type="http://schemas.openxmlformats.org/officeDocument/2006/relationships/image" Target="../media/image87.png"/><Relationship Id="rId9" Type="http://schemas.openxmlformats.org/officeDocument/2006/relationships/image" Target="../media/image92.svg"/></Relationships>
</file>

<file path=ppt/slideLayouts/_rels/slideLayout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3.png"/><Relationship Id="rId13" Type="http://schemas.openxmlformats.org/officeDocument/2006/relationships/image" Target="../media/image108.svg"/><Relationship Id="rId3" Type="http://schemas.openxmlformats.org/officeDocument/2006/relationships/image" Target="../media/image98.svg"/><Relationship Id="rId7" Type="http://schemas.openxmlformats.org/officeDocument/2006/relationships/image" Target="../media/image102.svg"/><Relationship Id="rId12" Type="http://schemas.openxmlformats.org/officeDocument/2006/relationships/image" Target="../media/image107.png"/><Relationship Id="rId2" Type="http://schemas.openxmlformats.org/officeDocument/2006/relationships/image" Target="../media/image97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01.png"/><Relationship Id="rId11" Type="http://schemas.openxmlformats.org/officeDocument/2006/relationships/image" Target="../media/image106.svg"/><Relationship Id="rId5" Type="http://schemas.openxmlformats.org/officeDocument/2006/relationships/image" Target="../media/image100.svg"/><Relationship Id="rId10" Type="http://schemas.openxmlformats.org/officeDocument/2006/relationships/image" Target="../media/image105.png"/><Relationship Id="rId4" Type="http://schemas.openxmlformats.org/officeDocument/2006/relationships/image" Target="../media/image99.png"/><Relationship Id="rId9" Type="http://schemas.openxmlformats.org/officeDocument/2006/relationships/image" Target="../media/image104.svg"/></Relationships>
</file>

<file path=ppt/slideLayouts/_rels/slideLayout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3.png"/><Relationship Id="rId13" Type="http://schemas.openxmlformats.org/officeDocument/2006/relationships/image" Target="../media/image26.svg"/><Relationship Id="rId3" Type="http://schemas.openxmlformats.org/officeDocument/2006/relationships/image" Target="../media/image110.svg"/><Relationship Id="rId7" Type="http://schemas.openxmlformats.org/officeDocument/2006/relationships/image" Target="../media/image44.svg"/><Relationship Id="rId12" Type="http://schemas.openxmlformats.org/officeDocument/2006/relationships/image" Target="../media/image25.png"/><Relationship Id="rId2" Type="http://schemas.openxmlformats.org/officeDocument/2006/relationships/image" Target="../media/image109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3.png"/><Relationship Id="rId11" Type="http://schemas.openxmlformats.org/officeDocument/2006/relationships/image" Target="../media/image116.svg"/><Relationship Id="rId5" Type="http://schemas.openxmlformats.org/officeDocument/2006/relationships/image" Target="../media/image112.svg"/><Relationship Id="rId10" Type="http://schemas.openxmlformats.org/officeDocument/2006/relationships/image" Target="../media/image115.png"/><Relationship Id="rId4" Type="http://schemas.openxmlformats.org/officeDocument/2006/relationships/image" Target="../media/image111.png"/><Relationship Id="rId9" Type="http://schemas.openxmlformats.org/officeDocument/2006/relationships/image" Target="../media/image114.svg"/></Relationships>
</file>

<file path=ppt/slideLayouts/_rels/slideLayout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3.png"/><Relationship Id="rId13" Type="http://schemas.openxmlformats.org/officeDocument/2006/relationships/image" Target="../media/image128.svg"/><Relationship Id="rId3" Type="http://schemas.openxmlformats.org/officeDocument/2006/relationships/image" Target="../media/image118.svg"/><Relationship Id="rId7" Type="http://schemas.openxmlformats.org/officeDocument/2006/relationships/image" Target="../media/image122.svg"/><Relationship Id="rId12" Type="http://schemas.openxmlformats.org/officeDocument/2006/relationships/image" Target="../media/image127.png"/><Relationship Id="rId2" Type="http://schemas.openxmlformats.org/officeDocument/2006/relationships/image" Target="../media/image117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21.png"/><Relationship Id="rId11" Type="http://schemas.openxmlformats.org/officeDocument/2006/relationships/image" Target="../media/image126.svg"/><Relationship Id="rId5" Type="http://schemas.openxmlformats.org/officeDocument/2006/relationships/image" Target="../media/image120.svg"/><Relationship Id="rId10" Type="http://schemas.openxmlformats.org/officeDocument/2006/relationships/image" Target="../media/image125.png"/><Relationship Id="rId4" Type="http://schemas.openxmlformats.org/officeDocument/2006/relationships/image" Target="../media/image119.png"/><Relationship Id="rId9" Type="http://schemas.openxmlformats.org/officeDocument/2006/relationships/image" Target="../media/image124.svg"/></Relationships>
</file>

<file path=ppt/slideLayouts/_rels/slideLayout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5.png"/><Relationship Id="rId13" Type="http://schemas.openxmlformats.org/officeDocument/2006/relationships/image" Target="../media/image140.svg"/><Relationship Id="rId3" Type="http://schemas.openxmlformats.org/officeDocument/2006/relationships/image" Target="../media/image130.svg"/><Relationship Id="rId7" Type="http://schemas.openxmlformats.org/officeDocument/2006/relationships/image" Target="../media/image134.svg"/><Relationship Id="rId12" Type="http://schemas.openxmlformats.org/officeDocument/2006/relationships/image" Target="../media/image139.png"/><Relationship Id="rId2" Type="http://schemas.openxmlformats.org/officeDocument/2006/relationships/image" Target="../media/image129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33.png"/><Relationship Id="rId11" Type="http://schemas.openxmlformats.org/officeDocument/2006/relationships/image" Target="../media/image138.svg"/><Relationship Id="rId5" Type="http://schemas.openxmlformats.org/officeDocument/2006/relationships/image" Target="../media/image132.svg"/><Relationship Id="rId15" Type="http://schemas.openxmlformats.org/officeDocument/2006/relationships/image" Target="../media/image142.svg"/><Relationship Id="rId10" Type="http://schemas.openxmlformats.org/officeDocument/2006/relationships/image" Target="../media/image137.png"/><Relationship Id="rId4" Type="http://schemas.openxmlformats.org/officeDocument/2006/relationships/image" Target="../media/image131.png"/><Relationship Id="rId9" Type="http://schemas.openxmlformats.org/officeDocument/2006/relationships/image" Target="../media/image136.svg"/><Relationship Id="rId14" Type="http://schemas.openxmlformats.org/officeDocument/2006/relationships/image" Target="../media/image141.png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gradFill flip="none" rotWithShape="1">
          <a:gsLst>
            <a:gs pos="13000">
              <a:schemeClr val="accent6"/>
            </a:gs>
            <a:gs pos="94000">
              <a:schemeClr val="accent1"/>
            </a:gs>
          </a:gsLst>
          <a:lin ang="27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>
            <a:extLst>
              <a:ext uri="{FF2B5EF4-FFF2-40B4-BE49-F238E27FC236}">
                <a16:creationId xmlns:a16="http://schemas.microsoft.com/office/drawing/2014/main" id="{3DCB3805-A2CB-4436-98AE-86CE509C5579}"/>
              </a:ext>
            </a:extLst>
          </p:cNvPr>
          <p:cNvGrpSpPr/>
          <p:nvPr userDrawn="1"/>
        </p:nvGrpSpPr>
        <p:grpSpPr>
          <a:xfrm>
            <a:off x="633986" y="314423"/>
            <a:ext cx="11092843" cy="4437854"/>
            <a:chOff x="633986" y="314423"/>
            <a:chExt cx="11092843" cy="4437854"/>
          </a:xfrm>
        </p:grpSpPr>
        <p:pic>
          <p:nvPicPr>
            <p:cNvPr id="9" name="Graphic 8">
              <a:extLst>
                <a:ext uri="{FF2B5EF4-FFF2-40B4-BE49-F238E27FC236}">
                  <a16:creationId xmlns:a16="http://schemas.microsoft.com/office/drawing/2014/main" id="{373C199D-C339-4C6A-9146-8053C920307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33986" y="314423"/>
              <a:ext cx="11092843" cy="3862800"/>
            </a:xfrm>
            <a:prstGeom prst="rect">
              <a:avLst/>
            </a:prstGeom>
          </p:spPr>
        </p:pic>
        <p:pic>
          <p:nvPicPr>
            <p:cNvPr id="10" name="Graphic 9">
              <a:extLst>
                <a:ext uri="{FF2B5EF4-FFF2-40B4-BE49-F238E27FC236}">
                  <a16:creationId xmlns:a16="http://schemas.microsoft.com/office/drawing/2014/main" id="{3BFAD814-0F73-4B99-8714-FA03537D838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804394" y="662521"/>
              <a:ext cx="9469456" cy="3927600"/>
            </a:xfrm>
            <a:prstGeom prst="rect">
              <a:avLst/>
            </a:prstGeom>
          </p:spPr>
        </p:pic>
        <p:pic>
          <p:nvPicPr>
            <p:cNvPr id="11" name="Graphic 10">
              <a:extLst>
                <a:ext uri="{FF2B5EF4-FFF2-40B4-BE49-F238E27FC236}">
                  <a16:creationId xmlns:a16="http://schemas.microsoft.com/office/drawing/2014/main" id="{E89BEE5E-E0D4-47F7-81B0-CE6BF36C5AB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1973790" y="473226"/>
              <a:ext cx="8610184" cy="2070000"/>
            </a:xfrm>
            <a:prstGeom prst="rect">
              <a:avLst/>
            </a:prstGeom>
          </p:spPr>
        </p:pic>
        <p:pic>
          <p:nvPicPr>
            <p:cNvPr id="12" name="Graphic 11">
              <a:extLst>
                <a:ext uri="{FF2B5EF4-FFF2-40B4-BE49-F238E27FC236}">
                  <a16:creationId xmlns:a16="http://schemas.microsoft.com/office/drawing/2014/main" id="{B6E68713-CAEC-4B9F-A1C4-8E9793FD5D4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1226680" y="1000662"/>
              <a:ext cx="543600" cy="543600"/>
            </a:xfrm>
            <a:prstGeom prst="rect">
              <a:avLst/>
            </a:prstGeom>
          </p:spPr>
        </p:pic>
        <p:pic>
          <p:nvPicPr>
            <p:cNvPr id="13" name="Graphic 12">
              <a:extLst>
                <a:ext uri="{FF2B5EF4-FFF2-40B4-BE49-F238E27FC236}">
                  <a16:creationId xmlns:a16="http://schemas.microsoft.com/office/drawing/2014/main" id="{9CF9B2BD-B648-46DA-9125-6B25EE18E08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746528" y="536677"/>
              <a:ext cx="9027987" cy="4215600"/>
            </a:xfrm>
            <a:prstGeom prst="rect">
              <a:avLst/>
            </a:prstGeom>
          </p:spPr>
        </p:pic>
        <p:pic>
          <p:nvPicPr>
            <p:cNvPr id="14" name="Graphic 13">
              <a:extLst>
                <a:ext uri="{FF2B5EF4-FFF2-40B4-BE49-F238E27FC236}">
                  <a16:creationId xmlns:a16="http://schemas.microsoft.com/office/drawing/2014/main" id="{22BDBCA8-0425-4A55-9AE7-1C91EF61769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9396264" y="3096515"/>
              <a:ext cx="165600" cy="165600"/>
            </a:xfrm>
            <a:prstGeom prst="rect">
              <a:avLst/>
            </a:prstGeom>
          </p:spPr>
        </p:pic>
        <p:pic>
          <p:nvPicPr>
            <p:cNvPr id="15" name="Graphic 14">
              <a:extLst>
                <a:ext uri="{FF2B5EF4-FFF2-40B4-BE49-F238E27FC236}">
                  <a16:creationId xmlns:a16="http://schemas.microsoft.com/office/drawing/2014/main" id="{200925A2-B38C-4ED9-8CDD-D4462268A49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8558625" y="779421"/>
              <a:ext cx="2771497" cy="1818000"/>
            </a:xfrm>
            <a:prstGeom prst="rect">
              <a:avLst/>
            </a:prstGeom>
          </p:spPr>
        </p:pic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DB9104B-26DB-493C-8535-F6C35645B9A5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1524000" y="4536120"/>
            <a:ext cx="9144000" cy="1295013"/>
          </a:xfrm>
        </p:spPr>
        <p:txBody>
          <a:bodyPr anchor="b">
            <a:normAutofit/>
          </a:bodyPr>
          <a:lstStyle>
            <a:lvl1pPr algn="ctr">
              <a:defRPr sz="7100" b="1">
                <a:solidFill>
                  <a:schemeClr val="bg1"/>
                </a:solidFill>
                <a:effectLst/>
              </a:defRPr>
            </a:lvl1pPr>
          </a:lstStyle>
          <a:p>
            <a:r>
              <a:rPr lang="en-US" dirty="0"/>
              <a:t>Lorem Ipsum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9C15EC5-5090-475C-9164-061FB25F0721}"/>
              </a:ext>
            </a:extLst>
          </p:cNvPr>
          <p:cNvSpPr>
            <a:spLocks noGrp="1"/>
          </p:cNvSpPr>
          <p:nvPr userDrawn="1">
            <p:ph type="subTitle" idx="1" hasCustomPrompt="1"/>
          </p:nvPr>
        </p:nvSpPr>
        <p:spPr>
          <a:xfrm>
            <a:off x="1524000" y="5923208"/>
            <a:ext cx="9144000" cy="645879"/>
          </a:xfrm>
        </p:spPr>
        <p:txBody>
          <a:bodyPr>
            <a:normAutofit/>
          </a:bodyPr>
          <a:lstStyle>
            <a:lvl1pPr marL="0" indent="0" algn="ctr">
              <a:buNone/>
              <a:defRPr sz="2900" spc="10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Baby Photo Album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34128C-9010-4488-BD55-4108C73E4112}"/>
              </a:ext>
            </a:extLst>
          </p:cNvPr>
          <p:cNvSpPr>
            <a:spLocks noGrp="1"/>
          </p:cNvSpPr>
          <p:nvPr userDrawn="1"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AE79C76-63EB-410C-B7D1-E9EDFD942730}" type="datetimeFigureOut">
              <a:rPr lang="en-US" smtClean="0"/>
              <a:pPr/>
              <a:t>10/9/25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3B465D-F705-4A2A-B85F-845C689D8CE5}"/>
              </a:ext>
            </a:extLst>
          </p:cNvPr>
          <p:cNvSpPr>
            <a:spLocks noGrp="1"/>
          </p:cNvSpPr>
          <p:nvPr userDrawn="1"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914DE7-6A27-46A5-B53B-D88E0CBA949C}"/>
              </a:ext>
            </a:extLst>
          </p:cNvPr>
          <p:cNvSpPr>
            <a:spLocks noGrp="1"/>
          </p:cNvSpPr>
          <p:nvPr userDrawn="1"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B7A94A6-63DE-4BAC-88F6-7A5821A40BD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01810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gradFill>
          <a:gsLst>
            <a:gs pos="31000">
              <a:schemeClr val="accent6">
                <a:lumMod val="75000"/>
              </a:schemeClr>
            </a:gs>
            <a:gs pos="100000">
              <a:schemeClr val="accent2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Group 29">
            <a:extLst>
              <a:ext uri="{FF2B5EF4-FFF2-40B4-BE49-F238E27FC236}">
                <a16:creationId xmlns:a16="http://schemas.microsoft.com/office/drawing/2014/main" id="{5523E3B9-AC60-4E86-B413-13A5253F0834}"/>
              </a:ext>
            </a:extLst>
          </p:cNvPr>
          <p:cNvGrpSpPr/>
          <p:nvPr userDrawn="1"/>
        </p:nvGrpSpPr>
        <p:grpSpPr>
          <a:xfrm>
            <a:off x="430971" y="218636"/>
            <a:ext cx="11421394" cy="6253086"/>
            <a:chOff x="430971" y="218636"/>
            <a:chExt cx="11421394" cy="6253086"/>
          </a:xfrm>
        </p:grpSpPr>
        <p:pic>
          <p:nvPicPr>
            <p:cNvPr id="24" name="Graphic 23">
              <a:extLst>
                <a:ext uri="{FF2B5EF4-FFF2-40B4-BE49-F238E27FC236}">
                  <a16:creationId xmlns:a16="http://schemas.microsoft.com/office/drawing/2014/main" id="{1F9C169C-281C-4A1C-9E0B-50066832D4F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10332" y="218636"/>
              <a:ext cx="11242033" cy="6192000"/>
            </a:xfrm>
            <a:prstGeom prst="rect">
              <a:avLst/>
            </a:prstGeom>
          </p:spPr>
        </p:pic>
        <p:pic>
          <p:nvPicPr>
            <p:cNvPr id="25" name="Graphic 24">
              <a:extLst>
                <a:ext uri="{FF2B5EF4-FFF2-40B4-BE49-F238E27FC236}">
                  <a16:creationId xmlns:a16="http://schemas.microsoft.com/office/drawing/2014/main" id="{D7D81077-E88F-440C-9A83-449AE0BF0D7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601028" y="340922"/>
              <a:ext cx="11233453" cy="6130800"/>
            </a:xfrm>
            <a:prstGeom prst="rect">
              <a:avLst/>
            </a:prstGeom>
          </p:spPr>
        </p:pic>
        <p:pic>
          <p:nvPicPr>
            <p:cNvPr id="26" name="Graphic 25">
              <a:extLst>
                <a:ext uri="{FF2B5EF4-FFF2-40B4-BE49-F238E27FC236}">
                  <a16:creationId xmlns:a16="http://schemas.microsoft.com/office/drawing/2014/main" id="{3EA2BDA6-F714-43A2-94B3-BC0CC095892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430971" y="435367"/>
              <a:ext cx="10639739" cy="5205600"/>
            </a:xfrm>
            <a:prstGeom prst="rect">
              <a:avLst/>
            </a:prstGeom>
          </p:spPr>
        </p:pic>
        <p:pic>
          <p:nvPicPr>
            <p:cNvPr id="27" name="Graphic 26">
              <a:extLst>
                <a:ext uri="{FF2B5EF4-FFF2-40B4-BE49-F238E27FC236}">
                  <a16:creationId xmlns:a16="http://schemas.microsoft.com/office/drawing/2014/main" id="{C6E0CFFE-1D74-4D4A-A314-ABF4F00977A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1932402" y="228380"/>
              <a:ext cx="9672194" cy="6130800"/>
            </a:xfrm>
            <a:prstGeom prst="rect">
              <a:avLst/>
            </a:prstGeom>
          </p:spPr>
        </p:pic>
        <p:pic>
          <p:nvPicPr>
            <p:cNvPr id="28" name="Graphic 27">
              <a:extLst>
                <a:ext uri="{FF2B5EF4-FFF2-40B4-BE49-F238E27FC236}">
                  <a16:creationId xmlns:a16="http://schemas.microsoft.com/office/drawing/2014/main" id="{EBCDC27F-155D-4A1C-B4B5-6E0B3BDB727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573624" y="1176848"/>
              <a:ext cx="7860376" cy="5104800"/>
            </a:xfrm>
            <a:prstGeom prst="rect">
              <a:avLst/>
            </a:prstGeom>
          </p:spPr>
        </p:pic>
        <p:pic>
          <p:nvPicPr>
            <p:cNvPr id="29" name="Graphic 28">
              <a:extLst>
                <a:ext uri="{FF2B5EF4-FFF2-40B4-BE49-F238E27FC236}">
                  <a16:creationId xmlns:a16="http://schemas.microsoft.com/office/drawing/2014/main" id="{87978569-1408-4DF9-94FD-B1031EE0416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1181648" y="1906435"/>
              <a:ext cx="136800" cy="136800"/>
            </a:xfrm>
            <a:prstGeom prst="rect">
              <a:avLst/>
            </a:prstGeom>
          </p:spPr>
        </p:pic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3D49335-FB53-4B04-8BF8-2FE27DFB8D2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84774" y="883689"/>
            <a:ext cx="4248443" cy="1325563"/>
          </a:xfrm>
        </p:spPr>
        <p:txBody>
          <a:bodyPr>
            <a:normAutofit/>
          </a:bodyPr>
          <a:lstStyle>
            <a:lvl1pPr>
              <a:defRPr sz="6000" b="1" baseline="0">
                <a:solidFill>
                  <a:schemeClr val="bg1"/>
                </a:solidFill>
                <a:effectLst/>
              </a:defRPr>
            </a:lvl1pPr>
          </a:lstStyle>
          <a:p>
            <a:r>
              <a:rPr lang="en-US" noProof="0" dirty="0"/>
              <a:t>1st Month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5F8C2A-F45C-473D-9CE0-978D42D82C9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AE79C76-63EB-410C-B7D1-E9EDFD942730}" type="datetimeFigureOut">
              <a:rPr lang="en-US" smtClean="0"/>
              <a:pPr/>
              <a:t>10/9/25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F747BF-36C8-4A84-8AF0-9834903086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CB2CA-DF28-49BB-B957-F0C11C0AFF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B7A94A6-63DE-4BAC-88F6-7A5821A40BD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F5F892EC-164D-4E6E-BDF5-551ED57E090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02022" y="1993552"/>
            <a:ext cx="4248150" cy="5327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500" spc="50" baseline="0">
                <a:solidFill>
                  <a:schemeClr val="bg1"/>
                </a:solidFill>
                <a:effectLst/>
              </a:defRPr>
            </a:lvl1pPr>
          </a:lstStyle>
          <a:p>
            <a:pPr lvl="0"/>
            <a:r>
              <a:rPr lang="en-US" noProof="0"/>
              <a:t>Lorem Ipsum Dolor Sit</a:t>
            </a:r>
          </a:p>
        </p:txBody>
      </p:sp>
    </p:spTree>
    <p:extLst>
      <p:ext uri="{BB962C8B-B14F-4D97-AF65-F5344CB8AC3E}">
        <p14:creationId xmlns:p14="http://schemas.microsoft.com/office/powerpoint/2010/main" val="41668090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bg>
      <p:bgPr>
        <a:gradFill>
          <a:gsLst>
            <a:gs pos="0">
              <a:schemeClr val="accent6"/>
            </a:gs>
            <a:gs pos="100000">
              <a:schemeClr val="accent5">
                <a:lumMod val="75000"/>
              </a:schemeClr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A4F10EC8-0906-44EA-A5EA-B8787695D0D8}"/>
              </a:ext>
            </a:extLst>
          </p:cNvPr>
          <p:cNvGrpSpPr/>
          <p:nvPr userDrawn="1"/>
        </p:nvGrpSpPr>
        <p:grpSpPr>
          <a:xfrm>
            <a:off x="436585" y="414370"/>
            <a:ext cx="11401053" cy="6012000"/>
            <a:chOff x="436585" y="414370"/>
            <a:chExt cx="11401053" cy="6012000"/>
          </a:xfrm>
        </p:grpSpPr>
        <p:pic>
          <p:nvPicPr>
            <p:cNvPr id="10" name="Graphic 9">
              <a:extLst>
                <a:ext uri="{FF2B5EF4-FFF2-40B4-BE49-F238E27FC236}">
                  <a16:creationId xmlns:a16="http://schemas.microsoft.com/office/drawing/2014/main" id="{D9FB202C-4F0A-4802-91A6-836B880D087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20639" y="446753"/>
              <a:ext cx="10925440" cy="5716800"/>
            </a:xfrm>
            <a:prstGeom prst="rect">
              <a:avLst/>
            </a:prstGeom>
          </p:spPr>
        </p:pic>
        <p:pic>
          <p:nvPicPr>
            <p:cNvPr id="11" name="Graphic 10">
              <a:extLst>
                <a:ext uri="{FF2B5EF4-FFF2-40B4-BE49-F238E27FC236}">
                  <a16:creationId xmlns:a16="http://schemas.microsoft.com/office/drawing/2014/main" id="{D8D18849-E67D-4D03-9AF3-A2951C4B614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601102" y="414370"/>
              <a:ext cx="10930909" cy="6012000"/>
            </a:xfrm>
            <a:prstGeom prst="rect">
              <a:avLst/>
            </a:prstGeom>
          </p:spPr>
        </p:pic>
        <p:pic>
          <p:nvPicPr>
            <p:cNvPr id="12" name="Graphic 11">
              <a:extLst>
                <a:ext uri="{FF2B5EF4-FFF2-40B4-BE49-F238E27FC236}">
                  <a16:creationId xmlns:a16="http://schemas.microsoft.com/office/drawing/2014/main" id="{08131578-5187-4E8C-9434-F33E01715A0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436585" y="666311"/>
              <a:ext cx="11401053" cy="4982400"/>
            </a:xfrm>
            <a:prstGeom prst="rect">
              <a:avLst/>
            </a:prstGeom>
          </p:spPr>
        </p:pic>
        <p:pic>
          <p:nvPicPr>
            <p:cNvPr id="13" name="Graphic 12">
              <a:extLst>
                <a:ext uri="{FF2B5EF4-FFF2-40B4-BE49-F238E27FC236}">
                  <a16:creationId xmlns:a16="http://schemas.microsoft.com/office/drawing/2014/main" id="{C2CBAC89-31BC-4AF6-A213-BA40EC21E60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572966" y="1690877"/>
              <a:ext cx="9664280" cy="4597200"/>
            </a:xfrm>
            <a:prstGeom prst="rect">
              <a:avLst/>
            </a:prstGeom>
          </p:spPr>
        </p:pic>
        <p:pic>
          <p:nvPicPr>
            <p:cNvPr id="14" name="Graphic 13">
              <a:extLst>
                <a:ext uri="{FF2B5EF4-FFF2-40B4-BE49-F238E27FC236}">
                  <a16:creationId xmlns:a16="http://schemas.microsoft.com/office/drawing/2014/main" id="{ABBDFB7C-54AC-43A0-974B-FB0F4640C24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1957088" y="729380"/>
              <a:ext cx="9703346" cy="5428800"/>
            </a:xfrm>
            <a:prstGeom prst="rect">
              <a:avLst/>
            </a:prstGeom>
          </p:spPr>
        </p:pic>
        <p:pic>
          <p:nvPicPr>
            <p:cNvPr id="15" name="Graphic 14">
              <a:extLst>
                <a:ext uri="{FF2B5EF4-FFF2-40B4-BE49-F238E27FC236}">
                  <a16:creationId xmlns:a16="http://schemas.microsoft.com/office/drawing/2014/main" id="{34CA781E-7722-4B46-B9C1-9BCF5995354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500966" y="4478101"/>
              <a:ext cx="144000" cy="144000"/>
            </a:xfrm>
            <a:prstGeom prst="rect">
              <a:avLst/>
            </a:prstGeom>
          </p:spPr>
        </p:pic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2140A1F2-275F-419C-AAEA-D3A7C879875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301133" y="1048557"/>
            <a:ext cx="4341739" cy="2852737"/>
          </a:xfrm>
          <a:effectLst/>
        </p:spPr>
        <p:txBody>
          <a:bodyPr anchor="b">
            <a:normAutofit/>
          </a:bodyPr>
          <a:lstStyle>
            <a:lvl1pPr>
              <a:defRPr sz="6000" b="1">
                <a:solidFill>
                  <a:schemeClr val="bg1"/>
                </a:solidFill>
                <a:effectLst/>
              </a:defRPr>
            </a:lvl1pPr>
          </a:lstStyle>
          <a:p>
            <a:r>
              <a:rPr lang="en-US" dirty="0"/>
              <a:t>2nd</a:t>
            </a:r>
            <a:br>
              <a:rPr lang="en-US" dirty="0"/>
            </a:br>
            <a:r>
              <a:rPr lang="en-US" dirty="0"/>
              <a:t>Month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CBCE06-FC81-4704-B49B-BBDBA7F925C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7301132" y="3938400"/>
            <a:ext cx="4046317" cy="1500187"/>
          </a:xfrm>
          <a:effectLst/>
        </p:spPr>
        <p:txBody>
          <a:bodyPr>
            <a:normAutofit/>
          </a:bodyPr>
          <a:lstStyle>
            <a:lvl1pPr marL="0" indent="0">
              <a:lnSpc>
                <a:spcPct val="114000"/>
              </a:lnSpc>
              <a:spcBef>
                <a:spcPts val="0"/>
              </a:spcBef>
              <a:buNone/>
              <a:defRPr sz="2500">
                <a:solidFill>
                  <a:schemeClr val="bg1"/>
                </a:solidFill>
                <a:effectLst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Lorem Ipsum</a:t>
            </a:r>
            <a:br>
              <a:rPr lang="en-US" dirty="0"/>
            </a:br>
            <a:r>
              <a:rPr lang="en-US" dirty="0"/>
              <a:t>Dolor Sit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888C11-8129-43C9-A10B-7A893A15EF8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effectLst/>
        </p:spPr>
        <p:txBody>
          <a:bodyPr/>
          <a:lstStyle>
            <a:lvl1pPr>
              <a:defRPr>
                <a:solidFill>
                  <a:schemeClr val="bg1"/>
                </a:solidFill>
                <a:effectLst/>
              </a:defRPr>
            </a:lvl1pPr>
          </a:lstStyle>
          <a:p>
            <a:fld id="{1AE79C76-63EB-410C-B7D1-E9EDFD942730}" type="datetimeFigureOut">
              <a:rPr lang="en-US" smtClean="0"/>
              <a:pPr/>
              <a:t>10/9/25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AA60DC-2B00-4764-BE37-0A7B8DB492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effectLst/>
        </p:spPr>
        <p:txBody>
          <a:bodyPr/>
          <a:lstStyle>
            <a:lvl1pPr>
              <a:defRPr>
                <a:solidFill>
                  <a:schemeClr val="bg1"/>
                </a:solidFill>
                <a:effectLst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2D5888-8E88-44C3-89C1-FE20B9D7D8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effectLst/>
        </p:spPr>
        <p:txBody>
          <a:bodyPr/>
          <a:lstStyle>
            <a:lvl1pPr>
              <a:defRPr>
                <a:solidFill>
                  <a:schemeClr val="bg1"/>
                </a:solidFill>
                <a:effectLst/>
              </a:defRPr>
            </a:lvl1pPr>
          </a:lstStyle>
          <a:p>
            <a:fld id="{CB7A94A6-63DE-4BAC-88F6-7A5821A40BD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Picture Placeholder 11">
            <a:extLst>
              <a:ext uri="{FF2B5EF4-FFF2-40B4-BE49-F238E27FC236}">
                <a16:creationId xmlns:a16="http://schemas.microsoft.com/office/drawing/2014/main" id="{F6C85392-1C1F-497E-91D7-A98D835DBC9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82991" y="859092"/>
            <a:ext cx="6125770" cy="5139815"/>
          </a:xfrm>
          <a:prstGeom prst="rect">
            <a:avLst/>
          </a:prstGeom>
          <a:noFill/>
          <a:ln w="63500">
            <a:solidFill>
              <a:schemeClr val="bg1"/>
            </a:solidFill>
          </a:ln>
          <a:effectLst/>
        </p:spPr>
        <p:txBody>
          <a:bodyPr anchor="ctr" anchorCtr="0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5166354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bg>
      <p:bgPr>
        <a:gradFill>
          <a:gsLst>
            <a:gs pos="5000">
              <a:schemeClr val="accent5">
                <a:lumMod val="50000"/>
              </a:schemeClr>
            </a:gs>
            <a:gs pos="100000">
              <a:schemeClr val="accent6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>
            <a:extLst>
              <a:ext uri="{FF2B5EF4-FFF2-40B4-BE49-F238E27FC236}">
                <a16:creationId xmlns:a16="http://schemas.microsoft.com/office/drawing/2014/main" id="{D9586EFB-15E8-4419-8B41-468E9A15E718}"/>
              </a:ext>
            </a:extLst>
          </p:cNvPr>
          <p:cNvGrpSpPr/>
          <p:nvPr userDrawn="1"/>
        </p:nvGrpSpPr>
        <p:grpSpPr>
          <a:xfrm flipH="1">
            <a:off x="313230" y="441553"/>
            <a:ext cx="11565539" cy="6097359"/>
            <a:chOff x="266438" y="262590"/>
            <a:chExt cx="11565539" cy="6097359"/>
          </a:xfrm>
        </p:grpSpPr>
        <p:pic>
          <p:nvPicPr>
            <p:cNvPr id="16" name="Graphic 15">
              <a:extLst>
                <a:ext uri="{FF2B5EF4-FFF2-40B4-BE49-F238E27FC236}">
                  <a16:creationId xmlns:a16="http://schemas.microsoft.com/office/drawing/2014/main" id="{4082142F-6A78-4253-BC8B-AFCD1BADF1D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75915" y="276039"/>
              <a:ext cx="11440170" cy="5878800"/>
            </a:xfrm>
            <a:prstGeom prst="rect">
              <a:avLst/>
            </a:prstGeom>
          </p:spPr>
        </p:pic>
        <p:pic>
          <p:nvPicPr>
            <p:cNvPr id="17" name="Graphic 16">
              <a:extLst>
                <a:ext uri="{FF2B5EF4-FFF2-40B4-BE49-F238E27FC236}">
                  <a16:creationId xmlns:a16="http://schemas.microsoft.com/office/drawing/2014/main" id="{E16A53B8-920D-4B64-B3EF-7470A7C7A05F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775700" y="322749"/>
              <a:ext cx="11044899" cy="6037200"/>
            </a:xfrm>
            <a:prstGeom prst="rect">
              <a:avLst/>
            </a:prstGeom>
          </p:spPr>
        </p:pic>
        <p:pic>
          <p:nvPicPr>
            <p:cNvPr id="18" name="Graphic 17">
              <a:extLst>
                <a:ext uri="{FF2B5EF4-FFF2-40B4-BE49-F238E27FC236}">
                  <a16:creationId xmlns:a16="http://schemas.microsoft.com/office/drawing/2014/main" id="{5913BD7D-DD14-4153-A0B9-4E415E669A0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266438" y="297496"/>
              <a:ext cx="11549647" cy="5400000"/>
            </a:xfrm>
            <a:prstGeom prst="rect">
              <a:avLst/>
            </a:prstGeom>
          </p:spPr>
        </p:pic>
        <p:pic>
          <p:nvPicPr>
            <p:cNvPr id="19" name="Graphic 18">
              <a:extLst>
                <a:ext uri="{FF2B5EF4-FFF2-40B4-BE49-F238E27FC236}">
                  <a16:creationId xmlns:a16="http://schemas.microsoft.com/office/drawing/2014/main" id="{13B10F7C-FF26-4A19-ABB3-E596CBB9C72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6026951" y="262590"/>
              <a:ext cx="5167291" cy="669600"/>
            </a:xfrm>
            <a:prstGeom prst="rect">
              <a:avLst/>
            </a:prstGeom>
          </p:spPr>
        </p:pic>
        <p:pic>
          <p:nvPicPr>
            <p:cNvPr id="20" name="Graphic 19">
              <a:extLst>
                <a:ext uri="{FF2B5EF4-FFF2-40B4-BE49-F238E27FC236}">
                  <a16:creationId xmlns:a16="http://schemas.microsoft.com/office/drawing/2014/main" id="{6AF61496-CE23-4745-AE24-8B6C1506EB5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766175" y="1695668"/>
              <a:ext cx="11065802" cy="4586400"/>
            </a:xfrm>
            <a:prstGeom prst="rect">
              <a:avLst/>
            </a:prstGeom>
          </p:spPr>
        </p:pic>
        <p:pic>
          <p:nvPicPr>
            <p:cNvPr id="21" name="Graphic 20">
              <a:extLst>
                <a:ext uri="{FF2B5EF4-FFF2-40B4-BE49-F238E27FC236}">
                  <a16:creationId xmlns:a16="http://schemas.microsoft.com/office/drawing/2014/main" id="{CD1E5149-37C5-413F-A4FA-660F6BFBF0E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11584614" y="4473890"/>
              <a:ext cx="144000" cy="144000"/>
            </a:xfrm>
            <a:prstGeom prst="rect">
              <a:avLst/>
            </a:prstGeom>
          </p:spPr>
        </p:pic>
      </p:grp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6328A7-8FDA-49C5-BF71-0E7CC73762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effectLst/>
              </a:defRPr>
            </a:lvl1pPr>
          </a:lstStyle>
          <a:p>
            <a:fld id="{1AE79C76-63EB-410C-B7D1-E9EDFD942730}" type="datetimeFigureOut">
              <a:rPr lang="en-US" smtClean="0"/>
              <a:pPr/>
              <a:t>10/9/25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870BDD-35F6-4BF6-B50B-492EACB9DF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effectLst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A57B81-CC28-4166-AD5A-12607EEDA4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effectLst/>
              </a:defRPr>
            </a:lvl1pPr>
          </a:lstStyle>
          <a:p>
            <a:fld id="{CB7A94A6-63DE-4BAC-88F6-7A5821A40BD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Picture Placeholder 11">
            <a:extLst>
              <a:ext uri="{FF2B5EF4-FFF2-40B4-BE49-F238E27FC236}">
                <a16:creationId xmlns:a16="http://schemas.microsoft.com/office/drawing/2014/main" id="{4249ED2E-953A-4746-B174-A4337B9B2FE0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87001" y="859093"/>
            <a:ext cx="5121856" cy="3854391"/>
          </a:xfrm>
          <a:prstGeom prst="rect">
            <a:avLst/>
          </a:prstGeom>
          <a:noFill/>
          <a:ln w="63500">
            <a:solidFill>
              <a:schemeClr val="bg1"/>
            </a:solidFill>
          </a:ln>
          <a:effectLst/>
        </p:spPr>
        <p:txBody>
          <a:bodyPr anchor="ctr" anchorCtr="0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Picture Placeholder 11">
            <a:extLst>
              <a:ext uri="{FF2B5EF4-FFF2-40B4-BE49-F238E27FC236}">
                <a16:creationId xmlns:a16="http://schemas.microsoft.com/office/drawing/2014/main" id="{4E1606A6-3EDD-418C-8294-C63A91D2556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382220" y="859093"/>
            <a:ext cx="5121856" cy="3854391"/>
          </a:xfrm>
          <a:prstGeom prst="rect">
            <a:avLst/>
          </a:prstGeom>
          <a:noFill/>
          <a:ln w="63500">
            <a:solidFill>
              <a:schemeClr val="bg1"/>
            </a:solidFill>
          </a:ln>
          <a:effectLst/>
        </p:spPr>
        <p:txBody>
          <a:bodyPr anchor="ctr" anchorCtr="0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itle 12">
            <a:extLst>
              <a:ext uri="{FF2B5EF4-FFF2-40B4-BE49-F238E27FC236}">
                <a16:creationId xmlns:a16="http://schemas.microsoft.com/office/drawing/2014/main" id="{CFC2496D-417A-3C42-85B8-E3980EB3376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2229" y="4818614"/>
            <a:ext cx="4214622" cy="1015413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6000" baseline="0">
                <a:solidFill>
                  <a:schemeClr val="bg1"/>
                </a:solidFill>
                <a:effectLst/>
              </a:defRPr>
            </a:lvl1pPr>
          </a:lstStyle>
          <a:p>
            <a:r>
              <a:rPr lang="en-US"/>
              <a:t>3rd Month</a:t>
            </a:r>
          </a:p>
        </p:txBody>
      </p:sp>
      <p:sp>
        <p:nvSpPr>
          <p:cNvPr id="25" name="Text Placeholder 14">
            <a:extLst>
              <a:ext uri="{FF2B5EF4-FFF2-40B4-BE49-F238E27FC236}">
                <a16:creationId xmlns:a16="http://schemas.microsoft.com/office/drawing/2014/main" id="{97F59A2F-DDE0-2E41-A0DC-D8F2576DD1A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37715" y="5756005"/>
            <a:ext cx="3639161" cy="581955"/>
          </a:xfrm>
        </p:spPr>
        <p:txBody>
          <a:bodyPr anchor="ctr">
            <a:noAutofit/>
          </a:bodyPr>
          <a:lstStyle>
            <a:lvl1pPr marL="0" indent="0">
              <a:lnSpc>
                <a:spcPct val="114000"/>
              </a:lnSpc>
              <a:spcBef>
                <a:spcPts val="0"/>
              </a:spcBef>
              <a:buNone/>
              <a:defRPr sz="2500" spc="50" baseline="0">
                <a:solidFill>
                  <a:schemeClr val="bg1"/>
                </a:solidFill>
                <a:effectLst/>
              </a:defRPr>
            </a:lvl1pPr>
          </a:lstStyle>
          <a:p>
            <a:pPr lvl="0"/>
            <a:r>
              <a:rPr lang="en-US"/>
              <a:t>Lorem Ipsum Dolor Sit</a:t>
            </a:r>
          </a:p>
        </p:txBody>
      </p:sp>
    </p:spTree>
    <p:extLst>
      <p:ext uri="{BB962C8B-B14F-4D97-AF65-F5344CB8AC3E}">
        <p14:creationId xmlns:p14="http://schemas.microsoft.com/office/powerpoint/2010/main" val="19126247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bg>
      <p:bgPr>
        <a:gradFill>
          <a:gsLst>
            <a:gs pos="14000">
              <a:schemeClr val="accent3"/>
            </a:gs>
            <a:gs pos="100000">
              <a:schemeClr val="accent5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roup 23">
            <a:extLst>
              <a:ext uri="{FF2B5EF4-FFF2-40B4-BE49-F238E27FC236}">
                <a16:creationId xmlns:a16="http://schemas.microsoft.com/office/drawing/2014/main" id="{1991E43F-4BBA-4DE7-9FCA-FCC8C282F73F}"/>
              </a:ext>
            </a:extLst>
          </p:cNvPr>
          <p:cNvGrpSpPr/>
          <p:nvPr userDrawn="1"/>
        </p:nvGrpSpPr>
        <p:grpSpPr>
          <a:xfrm>
            <a:off x="508475" y="328912"/>
            <a:ext cx="11389981" cy="6210000"/>
            <a:chOff x="508475" y="328912"/>
            <a:chExt cx="11389981" cy="6210000"/>
          </a:xfrm>
        </p:grpSpPr>
        <p:pic>
          <p:nvPicPr>
            <p:cNvPr id="18" name="Graphic 17">
              <a:extLst>
                <a:ext uri="{FF2B5EF4-FFF2-40B4-BE49-F238E27FC236}">
                  <a16:creationId xmlns:a16="http://schemas.microsoft.com/office/drawing/2014/main" id="{115739FC-BCFE-4479-8296-4A3FA85B5CA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94543" y="328912"/>
              <a:ext cx="11010368" cy="6210000"/>
            </a:xfrm>
            <a:prstGeom prst="rect">
              <a:avLst/>
            </a:prstGeom>
          </p:spPr>
        </p:pic>
        <p:pic>
          <p:nvPicPr>
            <p:cNvPr id="19" name="Graphic 18">
              <a:extLst>
                <a:ext uri="{FF2B5EF4-FFF2-40B4-BE49-F238E27FC236}">
                  <a16:creationId xmlns:a16="http://schemas.microsoft.com/office/drawing/2014/main" id="{694A1DD0-0E35-45A7-A53E-5C17DD93132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631159" y="421200"/>
              <a:ext cx="7741595" cy="6015600"/>
            </a:xfrm>
            <a:prstGeom prst="rect">
              <a:avLst/>
            </a:prstGeom>
          </p:spPr>
        </p:pic>
        <p:pic>
          <p:nvPicPr>
            <p:cNvPr id="20" name="Graphic 19">
              <a:extLst>
                <a:ext uri="{FF2B5EF4-FFF2-40B4-BE49-F238E27FC236}">
                  <a16:creationId xmlns:a16="http://schemas.microsoft.com/office/drawing/2014/main" id="{CE138487-A8C6-4B36-8F9E-A932A44A079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580475" y="585398"/>
              <a:ext cx="3571200" cy="1626739"/>
            </a:xfrm>
            <a:prstGeom prst="rect">
              <a:avLst/>
            </a:prstGeom>
          </p:spPr>
        </p:pic>
        <p:pic>
          <p:nvPicPr>
            <p:cNvPr id="21" name="Graphic 20">
              <a:extLst>
                <a:ext uri="{FF2B5EF4-FFF2-40B4-BE49-F238E27FC236}">
                  <a16:creationId xmlns:a16="http://schemas.microsoft.com/office/drawing/2014/main" id="{573F69D5-63FF-4468-95F8-6A61E73471E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1253683" y="511532"/>
              <a:ext cx="7369681" cy="5806800"/>
            </a:xfrm>
            <a:prstGeom prst="rect">
              <a:avLst/>
            </a:prstGeom>
          </p:spPr>
        </p:pic>
        <p:pic>
          <p:nvPicPr>
            <p:cNvPr id="22" name="Graphic 21">
              <a:extLst>
                <a:ext uri="{FF2B5EF4-FFF2-40B4-BE49-F238E27FC236}">
                  <a16:creationId xmlns:a16="http://schemas.microsoft.com/office/drawing/2014/main" id="{D635BB9B-2AB5-470B-8F8C-D7CA0800AA4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1949750" y="490912"/>
              <a:ext cx="9948706" cy="6048000"/>
            </a:xfrm>
            <a:prstGeom prst="rect">
              <a:avLst/>
            </a:prstGeom>
          </p:spPr>
        </p:pic>
        <p:pic>
          <p:nvPicPr>
            <p:cNvPr id="23" name="Graphic 22">
              <a:extLst>
                <a:ext uri="{FF2B5EF4-FFF2-40B4-BE49-F238E27FC236}">
                  <a16:creationId xmlns:a16="http://schemas.microsoft.com/office/drawing/2014/main" id="{2019D6A7-CFD3-4824-9DDC-02AA5455F3E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508475" y="2241798"/>
              <a:ext cx="144000" cy="144000"/>
            </a:xfrm>
            <a:prstGeom prst="rect">
              <a:avLst/>
            </a:prstGeom>
          </p:spPr>
        </p:pic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7C9236FC-5672-49DF-9990-33C1068412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4815" y="2419008"/>
            <a:ext cx="3201988" cy="1325563"/>
          </a:xfrm>
        </p:spPr>
        <p:txBody>
          <a:bodyPr/>
          <a:lstStyle>
            <a:lvl1pPr algn="r">
              <a:defRPr baseline="0">
                <a:solidFill>
                  <a:schemeClr val="bg1"/>
                </a:solidFill>
                <a:effectLst/>
              </a:defRPr>
            </a:lvl1pPr>
          </a:lstStyle>
          <a:p>
            <a:r>
              <a:rPr lang="en-US" noProof="0"/>
              <a:t>4th</a:t>
            </a:r>
            <a:br>
              <a:rPr lang="en-US" noProof="0"/>
            </a:br>
            <a:r>
              <a:rPr lang="en-US" noProof="0"/>
              <a:t>Month 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8963CAB-898D-4C26-8090-EB4AE1BA6F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effectLst/>
              </a:defRPr>
            </a:lvl1pPr>
          </a:lstStyle>
          <a:p>
            <a:fld id="{1AE79C76-63EB-410C-B7D1-E9EDFD942730}" type="datetimeFigureOut">
              <a:rPr lang="en-US" smtClean="0"/>
              <a:pPr/>
              <a:t>10/9/25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789D4D4-9C5D-4FA2-927F-1A6061C08A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effectLst/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205591D-33AD-4129-93EC-DC96E79545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effectLst/>
              </a:defRPr>
            </a:lvl1pPr>
          </a:lstStyle>
          <a:p>
            <a:fld id="{CB7A94A6-63DE-4BAC-88F6-7A5821A40BD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Text Placeholder 14">
            <a:extLst>
              <a:ext uri="{FF2B5EF4-FFF2-40B4-BE49-F238E27FC236}">
                <a16:creationId xmlns:a16="http://schemas.microsoft.com/office/drawing/2014/main" id="{2FF1837B-E107-41D7-A4FD-D1107352E23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87090" y="3883725"/>
            <a:ext cx="2749714" cy="1049684"/>
          </a:xfrm>
        </p:spPr>
        <p:txBody>
          <a:bodyPr>
            <a:noAutofit/>
          </a:bodyPr>
          <a:lstStyle>
            <a:lvl1pPr marL="0" indent="0" algn="r">
              <a:lnSpc>
                <a:spcPct val="114000"/>
              </a:lnSpc>
              <a:spcBef>
                <a:spcPts val="0"/>
              </a:spcBef>
              <a:buNone/>
              <a:defRPr sz="2500" spc="50" baseline="0">
                <a:solidFill>
                  <a:schemeClr val="bg1"/>
                </a:solidFill>
                <a:effectLst/>
              </a:defRPr>
            </a:lvl1pPr>
          </a:lstStyle>
          <a:p>
            <a:pPr lvl="0"/>
            <a:r>
              <a:rPr lang="en-US" noProof="0"/>
              <a:t>Lorem Ipsum Dolor Sit</a:t>
            </a:r>
          </a:p>
        </p:txBody>
      </p:sp>
      <p:sp>
        <p:nvSpPr>
          <p:cNvPr id="29" name="Picture Placeholder 16">
            <a:extLst>
              <a:ext uri="{FF2B5EF4-FFF2-40B4-BE49-F238E27FC236}">
                <a16:creationId xmlns:a16="http://schemas.microsoft.com/office/drawing/2014/main" id="{D2E32D74-69FB-B14B-A3FD-2E1D8BCC261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332233" y="824892"/>
            <a:ext cx="5202936" cy="5202936"/>
          </a:xfrm>
          <a:prstGeom prst="ellipse">
            <a:avLst/>
          </a:prstGeom>
          <a:noFill/>
          <a:ln w="63500">
            <a:solidFill>
              <a:schemeClr val="bg1"/>
            </a:solidFill>
          </a:ln>
          <a:effectLst/>
        </p:spPr>
        <p:txBody>
          <a:bodyPr wrap="square" anchor="ctr" anchorCtr="0">
            <a:noAutofit/>
          </a:bodyPr>
          <a:lstStyle>
            <a:lvl1pPr marL="0" indent="0" algn="ctr">
              <a:buNone/>
              <a:defRPr>
                <a:solidFill>
                  <a:schemeClr val="bg1"/>
                </a:solidFill>
                <a:effectLst/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30" name="Picture Placeholder 16">
            <a:extLst>
              <a:ext uri="{FF2B5EF4-FFF2-40B4-BE49-F238E27FC236}">
                <a16:creationId xmlns:a16="http://schemas.microsoft.com/office/drawing/2014/main" id="{888F3336-3879-2849-8EC3-25A5F7AA2388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3854025" y="2483467"/>
            <a:ext cx="3182112" cy="3178506"/>
          </a:xfrm>
          <a:prstGeom prst="ellipse">
            <a:avLst/>
          </a:prstGeom>
          <a:noFill/>
          <a:ln w="63500">
            <a:solidFill>
              <a:schemeClr val="bg1"/>
            </a:solidFill>
          </a:ln>
          <a:effectLst/>
        </p:spPr>
        <p:txBody>
          <a:bodyPr wrap="square" anchor="ctr" anchorCtr="0">
            <a:noAutofit/>
          </a:bodyPr>
          <a:lstStyle>
            <a:lvl1pPr marL="0" indent="0" algn="ctr">
              <a:buNone/>
              <a:defRPr>
                <a:solidFill>
                  <a:schemeClr val="bg1"/>
                </a:solidFill>
                <a:effectLst/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6827200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gradFill>
          <a:gsLst>
            <a:gs pos="0">
              <a:schemeClr val="accent2"/>
            </a:gs>
            <a:gs pos="74000">
              <a:schemeClr val="accent6">
                <a:lumMod val="75000"/>
              </a:schemeClr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20">
            <a:extLst>
              <a:ext uri="{FF2B5EF4-FFF2-40B4-BE49-F238E27FC236}">
                <a16:creationId xmlns:a16="http://schemas.microsoft.com/office/drawing/2014/main" id="{893175C0-A84C-4276-908B-7750823E494F}"/>
              </a:ext>
            </a:extLst>
          </p:cNvPr>
          <p:cNvGrpSpPr/>
          <p:nvPr userDrawn="1"/>
        </p:nvGrpSpPr>
        <p:grpSpPr>
          <a:xfrm flipV="1">
            <a:off x="334728" y="208663"/>
            <a:ext cx="11506967" cy="6383095"/>
            <a:chOff x="334728" y="208663"/>
            <a:chExt cx="11506967" cy="6383095"/>
          </a:xfrm>
        </p:grpSpPr>
        <p:pic>
          <p:nvPicPr>
            <p:cNvPr id="15" name="Graphic 14">
              <a:extLst>
                <a:ext uri="{FF2B5EF4-FFF2-40B4-BE49-F238E27FC236}">
                  <a16:creationId xmlns:a16="http://schemas.microsoft.com/office/drawing/2014/main" id="{F5311694-819D-41DE-BF3E-C1E581A84FE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225842" y="345463"/>
              <a:ext cx="3540062" cy="5684400"/>
            </a:xfrm>
            <a:prstGeom prst="rect">
              <a:avLst/>
            </a:prstGeom>
          </p:spPr>
        </p:pic>
        <p:pic>
          <p:nvPicPr>
            <p:cNvPr id="16" name="Graphic 15">
              <a:extLst>
                <a:ext uri="{FF2B5EF4-FFF2-40B4-BE49-F238E27FC236}">
                  <a16:creationId xmlns:a16="http://schemas.microsoft.com/office/drawing/2014/main" id="{4DCA784C-C4B6-4718-8C3D-DE60B531EEA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414312" y="234158"/>
              <a:ext cx="11395459" cy="6357600"/>
            </a:xfrm>
            <a:prstGeom prst="rect">
              <a:avLst/>
            </a:prstGeom>
          </p:spPr>
        </p:pic>
        <p:pic>
          <p:nvPicPr>
            <p:cNvPr id="17" name="Graphic 16">
              <a:extLst>
                <a:ext uri="{FF2B5EF4-FFF2-40B4-BE49-F238E27FC236}">
                  <a16:creationId xmlns:a16="http://schemas.microsoft.com/office/drawing/2014/main" id="{019488E6-1456-4BA3-8791-5137053185E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2041592" y="208663"/>
              <a:ext cx="9743680" cy="5958000"/>
            </a:xfrm>
            <a:prstGeom prst="rect">
              <a:avLst/>
            </a:prstGeom>
          </p:spPr>
        </p:pic>
        <p:pic>
          <p:nvPicPr>
            <p:cNvPr id="18" name="Graphic 17">
              <a:extLst>
                <a:ext uri="{FF2B5EF4-FFF2-40B4-BE49-F238E27FC236}">
                  <a16:creationId xmlns:a16="http://schemas.microsoft.com/office/drawing/2014/main" id="{60FBDD34-9852-4770-BF5C-23F7E3D1F8A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584227" y="1672660"/>
              <a:ext cx="11087713" cy="4770000"/>
            </a:xfrm>
            <a:prstGeom prst="rect">
              <a:avLst/>
            </a:prstGeom>
          </p:spPr>
        </p:pic>
        <p:pic>
          <p:nvPicPr>
            <p:cNvPr id="19" name="Graphic 18">
              <a:extLst>
                <a:ext uri="{FF2B5EF4-FFF2-40B4-BE49-F238E27FC236}">
                  <a16:creationId xmlns:a16="http://schemas.microsoft.com/office/drawing/2014/main" id="{3222006A-F2BD-4688-94D9-13B105F6943F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1736338" y="312821"/>
              <a:ext cx="10105357" cy="5522400"/>
            </a:xfrm>
            <a:prstGeom prst="rect">
              <a:avLst/>
            </a:prstGeom>
          </p:spPr>
        </p:pic>
        <p:pic>
          <p:nvPicPr>
            <p:cNvPr id="20" name="Graphic 19">
              <a:extLst>
                <a:ext uri="{FF2B5EF4-FFF2-40B4-BE49-F238E27FC236}">
                  <a16:creationId xmlns:a16="http://schemas.microsoft.com/office/drawing/2014/main" id="{E35A1AB5-1CF6-4A2D-AD28-607F0664938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334728" y="312821"/>
              <a:ext cx="144000" cy="144000"/>
            </a:xfrm>
            <a:prstGeom prst="rect">
              <a:avLst/>
            </a:prstGeom>
          </p:spPr>
        </p:pic>
      </p:grp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51FD9A3-AD51-4FBE-8317-8865982AE4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effectLst/>
              </a:defRPr>
            </a:lvl1pPr>
          </a:lstStyle>
          <a:p>
            <a:fld id="{1AE79C76-63EB-410C-B7D1-E9EDFD942730}" type="datetimeFigureOut">
              <a:rPr lang="en-US" smtClean="0"/>
              <a:pPr/>
              <a:t>10/9/25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BC52F5E-D5D4-4EEA-9757-C454775508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effectLst/>
              </a:defRPr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66EF9D-E154-4CEF-A48E-9B9B1C2F07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effectLst/>
              </a:defRPr>
            </a:lvl1pPr>
          </a:lstStyle>
          <a:p>
            <a:fld id="{CB7A94A6-63DE-4BAC-88F6-7A5821A40BD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3" name="Picture Placeholder 11">
            <a:extLst>
              <a:ext uri="{FF2B5EF4-FFF2-40B4-BE49-F238E27FC236}">
                <a16:creationId xmlns:a16="http://schemas.microsoft.com/office/drawing/2014/main" id="{9E7698F4-C7C5-8941-9C1A-C3F07AC59F83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82991" y="859093"/>
            <a:ext cx="5097296" cy="3854391"/>
          </a:xfrm>
          <a:prstGeom prst="rect">
            <a:avLst/>
          </a:prstGeom>
          <a:noFill/>
          <a:ln w="63500">
            <a:solidFill>
              <a:schemeClr val="bg1"/>
            </a:solidFill>
          </a:ln>
          <a:effectLst/>
        </p:spPr>
        <p:txBody>
          <a:bodyPr anchor="ctr" anchorCtr="0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Picture Placeholder 11">
            <a:extLst>
              <a:ext uri="{FF2B5EF4-FFF2-40B4-BE49-F238E27FC236}">
                <a16:creationId xmlns:a16="http://schemas.microsoft.com/office/drawing/2014/main" id="{59F8F906-97AF-B74A-BFDF-7EEB2B339EB7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409944" y="859093"/>
            <a:ext cx="5093208" cy="5165815"/>
          </a:xfrm>
          <a:prstGeom prst="rect">
            <a:avLst/>
          </a:prstGeom>
          <a:noFill/>
          <a:ln w="63500">
            <a:solidFill>
              <a:schemeClr val="bg1"/>
            </a:solidFill>
          </a:ln>
          <a:effectLst/>
        </p:spPr>
        <p:txBody>
          <a:bodyPr anchor="ctr" anchorCtr="0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8" name="Title 12">
            <a:extLst>
              <a:ext uri="{FF2B5EF4-FFF2-40B4-BE49-F238E27FC236}">
                <a16:creationId xmlns:a16="http://schemas.microsoft.com/office/drawing/2014/main" id="{598F5B0C-28F9-674D-93EC-53F7C2A203B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2229" y="4818614"/>
            <a:ext cx="4214622" cy="1015413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6000" baseline="0">
                <a:solidFill>
                  <a:schemeClr val="bg1"/>
                </a:solidFill>
                <a:effectLst/>
              </a:defRPr>
            </a:lvl1pPr>
          </a:lstStyle>
          <a:p>
            <a:r>
              <a:rPr lang="en-US"/>
              <a:t>5th Month</a:t>
            </a:r>
          </a:p>
        </p:txBody>
      </p:sp>
      <p:sp>
        <p:nvSpPr>
          <p:cNvPr id="22" name="Text Placeholder 14">
            <a:extLst>
              <a:ext uri="{FF2B5EF4-FFF2-40B4-BE49-F238E27FC236}">
                <a16:creationId xmlns:a16="http://schemas.microsoft.com/office/drawing/2014/main" id="{486CB759-9A58-9648-8BC2-C8F216A8A91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37715" y="5756005"/>
            <a:ext cx="3639161" cy="581955"/>
          </a:xfrm>
        </p:spPr>
        <p:txBody>
          <a:bodyPr anchor="ctr">
            <a:noAutofit/>
          </a:bodyPr>
          <a:lstStyle>
            <a:lvl1pPr marL="0" indent="0">
              <a:lnSpc>
                <a:spcPct val="114000"/>
              </a:lnSpc>
              <a:spcBef>
                <a:spcPts val="0"/>
              </a:spcBef>
              <a:buNone/>
              <a:defRPr sz="2500" spc="50" baseline="0">
                <a:solidFill>
                  <a:schemeClr val="bg1"/>
                </a:solidFill>
                <a:effectLst/>
              </a:defRPr>
            </a:lvl1pPr>
          </a:lstStyle>
          <a:p>
            <a:pPr lvl="0"/>
            <a:r>
              <a:rPr lang="en-US" dirty="0"/>
              <a:t>Lorem Ipsum Dolor Sit</a:t>
            </a:r>
          </a:p>
        </p:txBody>
      </p:sp>
    </p:spTree>
    <p:extLst>
      <p:ext uri="{BB962C8B-B14F-4D97-AF65-F5344CB8AC3E}">
        <p14:creationId xmlns:p14="http://schemas.microsoft.com/office/powerpoint/2010/main" val="26389762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bg>
      <p:bgPr>
        <a:gradFill>
          <a:gsLst>
            <a:gs pos="10000">
              <a:schemeClr val="accent5">
                <a:lumMod val="50000"/>
              </a:schemeClr>
            </a:gs>
            <a:gs pos="100000">
              <a:schemeClr val="accent5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>
            <a:extLst>
              <a:ext uri="{FF2B5EF4-FFF2-40B4-BE49-F238E27FC236}">
                <a16:creationId xmlns:a16="http://schemas.microsoft.com/office/drawing/2014/main" id="{F2251EEA-1822-4D83-8B0E-EBB8A85D3B1B}"/>
              </a:ext>
            </a:extLst>
          </p:cNvPr>
          <p:cNvGrpSpPr/>
          <p:nvPr userDrawn="1"/>
        </p:nvGrpSpPr>
        <p:grpSpPr>
          <a:xfrm flipH="1">
            <a:off x="195800" y="262780"/>
            <a:ext cx="11688810" cy="6271032"/>
            <a:chOff x="195800" y="262780"/>
            <a:chExt cx="11688810" cy="6271032"/>
          </a:xfrm>
        </p:grpSpPr>
        <p:pic>
          <p:nvPicPr>
            <p:cNvPr id="16" name="Graphic 15">
              <a:extLst>
                <a:ext uri="{FF2B5EF4-FFF2-40B4-BE49-F238E27FC236}">
                  <a16:creationId xmlns:a16="http://schemas.microsoft.com/office/drawing/2014/main" id="{216C1DC0-9093-4B37-9E1D-241A0EC4CBA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73505" y="275454"/>
              <a:ext cx="11143818" cy="6213600"/>
            </a:xfrm>
            <a:prstGeom prst="rect">
              <a:avLst/>
            </a:prstGeom>
          </p:spPr>
        </p:pic>
        <p:pic>
          <p:nvPicPr>
            <p:cNvPr id="17" name="Graphic 16">
              <a:extLst>
                <a:ext uri="{FF2B5EF4-FFF2-40B4-BE49-F238E27FC236}">
                  <a16:creationId xmlns:a16="http://schemas.microsoft.com/office/drawing/2014/main" id="{FDF5BE46-EAF2-4534-9EE8-0DC3371914E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328130" y="275454"/>
              <a:ext cx="11503656" cy="5878800"/>
            </a:xfrm>
            <a:prstGeom prst="rect">
              <a:avLst/>
            </a:prstGeom>
          </p:spPr>
        </p:pic>
        <p:pic>
          <p:nvPicPr>
            <p:cNvPr id="18" name="Graphic 17">
              <a:extLst>
                <a:ext uri="{FF2B5EF4-FFF2-40B4-BE49-F238E27FC236}">
                  <a16:creationId xmlns:a16="http://schemas.microsoft.com/office/drawing/2014/main" id="{6982E5CB-8E3F-4AB8-91EF-257964EA796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195800" y="262780"/>
              <a:ext cx="11619944" cy="5454000"/>
            </a:xfrm>
            <a:prstGeom prst="rect">
              <a:avLst/>
            </a:prstGeom>
          </p:spPr>
        </p:pic>
        <p:pic>
          <p:nvPicPr>
            <p:cNvPr id="19" name="Graphic 18">
              <a:extLst>
                <a:ext uri="{FF2B5EF4-FFF2-40B4-BE49-F238E27FC236}">
                  <a16:creationId xmlns:a16="http://schemas.microsoft.com/office/drawing/2014/main" id="{B732BE1E-17BA-4178-A815-5482FC3FEBE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705852" y="1544212"/>
              <a:ext cx="11020287" cy="4989600"/>
            </a:xfrm>
            <a:prstGeom prst="rect">
              <a:avLst/>
            </a:prstGeom>
          </p:spPr>
        </p:pic>
        <p:pic>
          <p:nvPicPr>
            <p:cNvPr id="20" name="Graphic 19">
              <a:extLst>
                <a:ext uri="{FF2B5EF4-FFF2-40B4-BE49-F238E27FC236}">
                  <a16:creationId xmlns:a16="http://schemas.microsoft.com/office/drawing/2014/main" id="{D53D06E0-87FE-4D02-9099-AB87DE14995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5994870" y="285764"/>
              <a:ext cx="5167291" cy="669600"/>
            </a:xfrm>
            <a:prstGeom prst="rect">
              <a:avLst/>
            </a:prstGeom>
          </p:spPr>
        </p:pic>
        <p:pic>
          <p:nvPicPr>
            <p:cNvPr id="21" name="Graphic 20">
              <a:extLst>
                <a:ext uri="{FF2B5EF4-FFF2-40B4-BE49-F238E27FC236}">
                  <a16:creationId xmlns:a16="http://schemas.microsoft.com/office/drawing/2014/main" id="{527E7641-2CB5-45BF-A626-57CF7F56D10F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11740610" y="4804611"/>
              <a:ext cx="144000" cy="144000"/>
            </a:xfrm>
            <a:prstGeom prst="rect">
              <a:avLst/>
            </a:prstGeom>
          </p:spPr>
        </p:pic>
      </p:grp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F36AF8F-C172-448B-9151-C21EDDF1B8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effectLst/>
              </a:defRPr>
            </a:lvl1pPr>
          </a:lstStyle>
          <a:p>
            <a:fld id="{1AE79C76-63EB-410C-B7D1-E9EDFD942730}" type="datetimeFigureOut">
              <a:rPr lang="en-US" smtClean="0"/>
              <a:pPr/>
              <a:t>10/9/25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D7DEC3F-9D4F-4ED6-85DB-BD63AC4CAB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effectLst/>
              </a:defRPr>
            </a:lvl1pPr>
          </a:lstStyle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1A8AFF-DA7E-41BF-AF3F-475734ECCD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effectLst/>
              </a:defRPr>
            </a:lvl1pPr>
          </a:lstStyle>
          <a:p>
            <a:fld id="{CB7A94A6-63DE-4BAC-88F6-7A5821A40BD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D8C28059-916A-4C3E-8196-B1AF0B1B8D4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87000" y="859093"/>
            <a:ext cx="3108960" cy="3842274"/>
          </a:xfrm>
          <a:prstGeom prst="rect">
            <a:avLst/>
          </a:prstGeom>
          <a:noFill/>
          <a:ln w="63500">
            <a:solidFill>
              <a:schemeClr val="bg1"/>
            </a:solidFill>
          </a:ln>
          <a:effectLst/>
        </p:spPr>
        <p:txBody>
          <a:bodyPr wrap="square" anchor="ctr" anchorCtr="0">
            <a:noAutofit/>
          </a:bodyPr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DEE37700-D9CB-43DD-9A10-550C46F74180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507992" y="859093"/>
            <a:ext cx="3108960" cy="3842274"/>
          </a:xfrm>
          <a:prstGeom prst="rect">
            <a:avLst/>
          </a:prstGeom>
          <a:noFill/>
          <a:ln w="63500">
            <a:solidFill>
              <a:schemeClr val="bg1"/>
            </a:solidFill>
          </a:ln>
          <a:effectLst/>
        </p:spPr>
        <p:txBody>
          <a:bodyPr wrap="square" anchor="ctr" anchorCtr="0">
            <a:noAutofit/>
          </a:bodyPr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516A7982-9813-45F9-A283-E904363B777D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8302752" y="859093"/>
            <a:ext cx="3108960" cy="3842274"/>
          </a:xfrm>
          <a:prstGeom prst="rect">
            <a:avLst/>
          </a:prstGeom>
          <a:noFill/>
          <a:ln w="63500">
            <a:solidFill>
              <a:schemeClr val="bg1"/>
            </a:solidFill>
          </a:ln>
          <a:effectLst/>
        </p:spPr>
        <p:txBody>
          <a:bodyPr wrap="square" anchor="ctr" anchorCtr="0">
            <a:noAutofit/>
          </a:bodyPr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itle 12">
            <a:extLst>
              <a:ext uri="{FF2B5EF4-FFF2-40B4-BE49-F238E27FC236}">
                <a16:creationId xmlns:a16="http://schemas.microsoft.com/office/drawing/2014/main" id="{FEC987F1-63D0-334B-ACF4-751A74EFF8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2229" y="4818614"/>
            <a:ext cx="4214622" cy="1015413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6000" baseline="0">
                <a:solidFill>
                  <a:schemeClr val="bg1"/>
                </a:solidFill>
                <a:effectLst/>
              </a:defRPr>
            </a:lvl1pPr>
          </a:lstStyle>
          <a:p>
            <a:r>
              <a:rPr lang="en-US"/>
              <a:t>6th Month</a:t>
            </a:r>
          </a:p>
        </p:txBody>
      </p:sp>
      <p:sp>
        <p:nvSpPr>
          <p:cNvPr id="28" name="Text Placeholder 14">
            <a:extLst>
              <a:ext uri="{FF2B5EF4-FFF2-40B4-BE49-F238E27FC236}">
                <a16:creationId xmlns:a16="http://schemas.microsoft.com/office/drawing/2014/main" id="{00D425B1-8CBE-CE42-84D6-F3CB1814304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7715" y="5756005"/>
            <a:ext cx="3639161" cy="581955"/>
          </a:xfrm>
        </p:spPr>
        <p:txBody>
          <a:bodyPr anchor="ctr">
            <a:noAutofit/>
          </a:bodyPr>
          <a:lstStyle>
            <a:lvl1pPr marL="0" indent="0">
              <a:lnSpc>
                <a:spcPct val="114000"/>
              </a:lnSpc>
              <a:spcBef>
                <a:spcPts val="0"/>
              </a:spcBef>
              <a:buNone/>
              <a:defRPr sz="2500" spc="50" baseline="0">
                <a:solidFill>
                  <a:schemeClr val="bg1"/>
                </a:solidFill>
                <a:effectLst/>
              </a:defRPr>
            </a:lvl1pPr>
          </a:lstStyle>
          <a:p>
            <a:pPr lvl="0"/>
            <a:r>
              <a:rPr lang="en-US"/>
              <a:t>Lorem Ipsum Dolor Sit</a:t>
            </a:r>
          </a:p>
        </p:txBody>
      </p:sp>
    </p:spTree>
    <p:extLst>
      <p:ext uri="{BB962C8B-B14F-4D97-AF65-F5344CB8AC3E}">
        <p14:creationId xmlns:p14="http://schemas.microsoft.com/office/powerpoint/2010/main" val="2345390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bg>
      <p:bgPr>
        <a:gradFill>
          <a:gsLst>
            <a:gs pos="81000">
              <a:schemeClr val="accent3"/>
            </a:gs>
            <a:gs pos="0">
              <a:schemeClr val="accent5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>
            <a:extLst>
              <a:ext uri="{FF2B5EF4-FFF2-40B4-BE49-F238E27FC236}">
                <a16:creationId xmlns:a16="http://schemas.microsoft.com/office/drawing/2014/main" id="{75A1212F-D29F-47E1-AC08-38779C5926FE}"/>
              </a:ext>
            </a:extLst>
          </p:cNvPr>
          <p:cNvGrpSpPr/>
          <p:nvPr userDrawn="1"/>
        </p:nvGrpSpPr>
        <p:grpSpPr>
          <a:xfrm>
            <a:off x="278746" y="254921"/>
            <a:ext cx="11549647" cy="6203781"/>
            <a:chOff x="278746" y="254921"/>
            <a:chExt cx="11549647" cy="6203781"/>
          </a:xfrm>
        </p:grpSpPr>
        <p:pic>
          <p:nvPicPr>
            <p:cNvPr id="17" name="Graphic 16">
              <a:extLst>
                <a:ext uri="{FF2B5EF4-FFF2-40B4-BE49-F238E27FC236}">
                  <a16:creationId xmlns:a16="http://schemas.microsoft.com/office/drawing/2014/main" id="{B696145E-9F3D-4A36-B907-928E8A7FEA8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75776" y="254921"/>
              <a:ext cx="11440448" cy="6094800"/>
            </a:xfrm>
            <a:prstGeom prst="rect">
              <a:avLst/>
            </a:prstGeom>
          </p:spPr>
        </p:pic>
        <p:pic>
          <p:nvPicPr>
            <p:cNvPr id="18" name="Graphic 17">
              <a:extLst>
                <a:ext uri="{FF2B5EF4-FFF2-40B4-BE49-F238E27FC236}">
                  <a16:creationId xmlns:a16="http://schemas.microsoft.com/office/drawing/2014/main" id="{C86EBA36-FD5B-4ADE-B84A-47B89A1CCDEF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772219" y="273902"/>
              <a:ext cx="11036122" cy="6184800"/>
            </a:xfrm>
            <a:prstGeom prst="rect">
              <a:avLst/>
            </a:prstGeom>
          </p:spPr>
        </p:pic>
        <p:pic>
          <p:nvPicPr>
            <p:cNvPr id="19" name="Graphic 18">
              <a:extLst>
                <a:ext uri="{FF2B5EF4-FFF2-40B4-BE49-F238E27FC236}">
                  <a16:creationId xmlns:a16="http://schemas.microsoft.com/office/drawing/2014/main" id="{E0D0658C-80CC-4D8B-8DD7-0F2F509E633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278746" y="914776"/>
              <a:ext cx="11549647" cy="5400000"/>
            </a:xfrm>
            <a:prstGeom prst="rect">
              <a:avLst/>
            </a:prstGeom>
          </p:spPr>
        </p:pic>
        <p:pic>
          <p:nvPicPr>
            <p:cNvPr id="20" name="Graphic 19">
              <a:extLst>
                <a:ext uri="{FF2B5EF4-FFF2-40B4-BE49-F238E27FC236}">
                  <a16:creationId xmlns:a16="http://schemas.microsoft.com/office/drawing/2014/main" id="{78E461E5-5712-4D60-9F36-37F33F9BE13F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758973" y="991135"/>
              <a:ext cx="11065802" cy="4586400"/>
            </a:xfrm>
            <a:prstGeom prst="rect">
              <a:avLst/>
            </a:prstGeom>
          </p:spPr>
        </p:pic>
        <p:pic>
          <p:nvPicPr>
            <p:cNvPr id="21" name="Graphic 20">
              <a:extLst>
                <a:ext uri="{FF2B5EF4-FFF2-40B4-BE49-F238E27FC236}">
                  <a16:creationId xmlns:a16="http://schemas.microsoft.com/office/drawing/2014/main" id="{9E2F6079-586C-4EBF-AFB8-6A8FFE3779C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6021485" y="5694932"/>
              <a:ext cx="5167291" cy="669600"/>
            </a:xfrm>
            <a:prstGeom prst="rect">
              <a:avLst/>
            </a:prstGeom>
          </p:spPr>
        </p:pic>
        <p:pic>
          <p:nvPicPr>
            <p:cNvPr id="22" name="Graphic 21">
              <a:extLst>
                <a:ext uri="{FF2B5EF4-FFF2-40B4-BE49-F238E27FC236}">
                  <a16:creationId xmlns:a16="http://schemas.microsoft.com/office/drawing/2014/main" id="{6FE268AA-D98F-49E9-9B5F-B0E841D601DF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11594150" y="2028858"/>
              <a:ext cx="144000" cy="144000"/>
            </a:xfrm>
            <a:prstGeom prst="rect">
              <a:avLst/>
            </a:prstGeom>
          </p:spPr>
        </p:pic>
      </p:grp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4A3289-F71D-40BC-9CB1-DB0FFDCA0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effectLst/>
              </a:defRPr>
            </a:lvl1pPr>
          </a:lstStyle>
          <a:p>
            <a:fld id="{1AE79C76-63EB-410C-B7D1-E9EDFD942730}" type="datetimeFigureOut">
              <a:rPr lang="en-US" smtClean="0"/>
              <a:pPr/>
              <a:t>10/9/25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1EFC2B-A599-4AAD-8B2B-03BF104745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effectLst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7CB4AD-5B6B-4B9B-8013-DF6602D06A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effectLst/>
              </a:defRPr>
            </a:lvl1pPr>
          </a:lstStyle>
          <a:p>
            <a:fld id="{CB7A94A6-63DE-4BAC-88F6-7A5821A40BD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4A18CF9E-D8B3-4061-A8D5-E2A4DB614806}"/>
              </a:ext>
            </a:extLst>
          </p:cNvPr>
          <p:cNvSpPr>
            <a:spLocks noGrp="1" noChangeAspect="1"/>
          </p:cNvSpPr>
          <p:nvPr>
            <p:ph type="pic" sz="quarter" idx="15"/>
          </p:nvPr>
        </p:nvSpPr>
        <p:spPr>
          <a:xfrm>
            <a:off x="687001" y="914776"/>
            <a:ext cx="6332792" cy="4474868"/>
          </a:xfrm>
          <a:prstGeom prst="rect">
            <a:avLst/>
          </a:prstGeom>
          <a:noFill/>
          <a:ln w="63500">
            <a:solidFill>
              <a:schemeClr val="bg1"/>
            </a:solidFill>
          </a:ln>
          <a:effectLst/>
        </p:spPr>
        <p:txBody>
          <a:bodyPr wrap="square" anchor="ctr" anchorCtr="0">
            <a:noAutofit/>
          </a:bodyPr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5" name="Picture Placeholder 24">
            <a:extLst>
              <a:ext uri="{FF2B5EF4-FFF2-40B4-BE49-F238E27FC236}">
                <a16:creationId xmlns:a16="http://schemas.microsoft.com/office/drawing/2014/main" id="{0FE86822-17BC-4CC5-8BAC-60FABCB479B1}"/>
              </a:ext>
            </a:extLst>
          </p:cNvPr>
          <p:cNvSpPr>
            <a:spLocks noGrp="1" noChangeAspect="1"/>
          </p:cNvSpPr>
          <p:nvPr>
            <p:ph type="pic" sz="quarter" idx="16"/>
          </p:nvPr>
        </p:nvSpPr>
        <p:spPr>
          <a:xfrm>
            <a:off x="7944395" y="865722"/>
            <a:ext cx="3552446" cy="3671014"/>
          </a:xfrm>
          <a:prstGeom prst="ellipse">
            <a:avLst/>
          </a:prstGeom>
          <a:noFill/>
          <a:ln w="63500">
            <a:solidFill>
              <a:schemeClr val="bg1"/>
            </a:solidFill>
          </a:ln>
          <a:effectLst/>
        </p:spPr>
        <p:txBody>
          <a:bodyPr wrap="square" anchor="ctr" anchorCtr="0">
            <a:noAutofit/>
          </a:bodyPr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6" name="Picture Placeholder 25">
            <a:extLst>
              <a:ext uri="{FF2B5EF4-FFF2-40B4-BE49-F238E27FC236}">
                <a16:creationId xmlns:a16="http://schemas.microsoft.com/office/drawing/2014/main" id="{8E2CB25C-3D41-473A-85EA-0364315E9018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7621506" y="3247644"/>
            <a:ext cx="2139696" cy="2142000"/>
          </a:xfrm>
          <a:prstGeom prst="ellipse">
            <a:avLst/>
          </a:prstGeom>
          <a:noFill/>
          <a:ln w="63500">
            <a:solidFill>
              <a:schemeClr val="bg1"/>
            </a:solidFill>
          </a:ln>
          <a:effectLst/>
        </p:spPr>
        <p:txBody>
          <a:bodyPr wrap="square" anchor="ctr" anchorCtr="0">
            <a:noAutofit/>
          </a:bodyPr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itle 1">
            <a:extLst>
              <a:ext uri="{FF2B5EF4-FFF2-40B4-BE49-F238E27FC236}">
                <a16:creationId xmlns:a16="http://schemas.microsoft.com/office/drawing/2014/main" id="{1B7311EA-D7F5-F647-99F5-FA9CA77FF70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8271" y="5316319"/>
            <a:ext cx="4679617" cy="1325563"/>
          </a:xfrm>
        </p:spPr>
        <p:txBody>
          <a:bodyPr/>
          <a:lstStyle>
            <a:lvl1pPr algn="l">
              <a:defRPr baseline="0">
                <a:solidFill>
                  <a:schemeClr val="bg1"/>
                </a:solidFill>
                <a:effectLst/>
              </a:defRPr>
            </a:lvl1pPr>
          </a:lstStyle>
          <a:p>
            <a:r>
              <a:rPr lang="en-US"/>
              <a:t>7th Month</a:t>
            </a:r>
          </a:p>
        </p:txBody>
      </p:sp>
      <p:sp>
        <p:nvSpPr>
          <p:cNvPr id="28" name="Text Placeholder 14">
            <a:extLst>
              <a:ext uri="{FF2B5EF4-FFF2-40B4-BE49-F238E27FC236}">
                <a16:creationId xmlns:a16="http://schemas.microsoft.com/office/drawing/2014/main" id="{B8C4E3FC-6087-9740-846E-8DD54C3285F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357802" y="5524973"/>
            <a:ext cx="4114800" cy="1019249"/>
          </a:xfrm>
        </p:spPr>
        <p:txBody>
          <a:bodyPr anchor="ctr">
            <a:normAutofit/>
          </a:bodyPr>
          <a:lstStyle>
            <a:lvl1pPr marL="0" indent="0" algn="r">
              <a:lnSpc>
                <a:spcPct val="114000"/>
              </a:lnSpc>
              <a:spcBef>
                <a:spcPts val="0"/>
              </a:spcBef>
              <a:buNone/>
              <a:defRPr sz="2500" spc="50" baseline="0">
                <a:solidFill>
                  <a:schemeClr val="bg1"/>
                </a:solidFill>
                <a:effectLst/>
              </a:defRPr>
            </a:lvl1pPr>
          </a:lstStyle>
          <a:p>
            <a:pPr lvl="0"/>
            <a:r>
              <a:rPr lang="en-US"/>
              <a:t>Lorem Ipsum Dolor Sit</a:t>
            </a:r>
          </a:p>
        </p:txBody>
      </p:sp>
    </p:spTree>
    <p:extLst>
      <p:ext uri="{BB962C8B-B14F-4D97-AF65-F5344CB8AC3E}">
        <p14:creationId xmlns:p14="http://schemas.microsoft.com/office/powerpoint/2010/main" val="32973833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bg>
      <p:bgPr>
        <a:gradFill>
          <a:gsLst>
            <a:gs pos="31000">
              <a:schemeClr val="accent1"/>
            </a:gs>
            <a:gs pos="100000">
              <a:schemeClr val="accent2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>
            <a:extLst>
              <a:ext uri="{FF2B5EF4-FFF2-40B4-BE49-F238E27FC236}">
                <a16:creationId xmlns:a16="http://schemas.microsoft.com/office/drawing/2014/main" id="{85E5663B-D99F-4444-B2F7-9C6FCC737BDA}"/>
              </a:ext>
            </a:extLst>
          </p:cNvPr>
          <p:cNvGrpSpPr/>
          <p:nvPr userDrawn="1"/>
        </p:nvGrpSpPr>
        <p:grpSpPr>
          <a:xfrm flipV="1">
            <a:off x="256474" y="261493"/>
            <a:ext cx="11727288" cy="6271970"/>
            <a:chOff x="256474" y="261493"/>
            <a:chExt cx="11727288" cy="6271970"/>
          </a:xfrm>
          <a:solidFill>
            <a:schemeClr val="bg1">
              <a:alpha val="15011"/>
            </a:schemeClr>
          </a:solidFill>
        </p:grpSpPr>
        <p:pic>
          <p:nvPicPr>
            <p:cNvPr id="16" name="Graphic 15">
              <a:extLst>
                <a:ext uri="{FF2B5EF4-FFF2-40B4-BE49-F238E27FC236}">
                  <a16:creationId xmlns:a16="http://schemas.microsoft.com/office/drawing/2014/main" id="{C383FAD6-A9C4-4E14-A66D-4A75FAF31A0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01006" y="327108"/>
              <a:ext cx="11525819" cy="6163200"/>
            </a:xfrm>
            <a:prstGeom prst="rect">
              <a:avLst/>
            </a:prstGeom>
          </p:spPr>
        </p:pic>
        <p:pic>
          <p:nvPicPr>
            <p:cNvPr id="17" name="Graphic 16">
              <a:extLst>
                <a:ext uri="{FF2B5EF4-FFF2-40B4-BE49-F238E27FC236}">
                  <a16:creationId xmlns:a16="http://schemas.microsoft.com/office/drawing/2014/main" id="{4DEC9058-4C69-4AB1-9714-CB2437C30D9F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381217" y="367692"/>
              <a:ext cx="11602545" cy="5922000"/>
            </a:xfrm>
            <a:prstGeom prst="rect">
              <a:avLst/>
            </a:prstGeom>
          </p:spPr>
        </p:pic>
        <p:pic>
          <p:nvPicPr>
            <p:cNvPr id="18" name="Graphic 17">
              <a:extLst>
                <a:ext uri="{FF2B5EF4-FFF2-40B4-BE49-F238E27FC236}">
                  <a16:creationId xmlns:a16="http://schemas.microsoft.com/office/drawing/2014/main" id="{77E5211C-EC13-41AF-A772-CE608347373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256474" y="326501"/>
              <a:ext cx="11504110" cy="5529600"/>
            </a:xfrm>
            <a:prstGeom prst="rect">
              <a:avLst/>
            </a:prstGeom>
          </p:spPr>
        </p:pic>
        <p:pic>
          <p:nvPicPr>
            <p:cNvPr id="19" name="Graphic 18">
              <a:extLst>
                <a:ext uri="{FF2B5EF4-FFF2-40B4-BE49-F238E27FC236}">
                  <a16:creationId xmlns:a16="http://schemas.microsoft.com/office/drawing/2014/main" id="{D7C3A89D-A737-49F3-A921-7D3CDE56B60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776793" y="1720263"/>
              <a:ext cx="11061470" cy="4813200"/>
            </a:xfrm>
            <a:prstGeom prst="rect">
              <a:avLst/>
            </a:prstGeom>
          </p:spPr>
        </p:pic>
        <p:pic>
          <p:nvPicPr>
            <p:cNvPr id="20" name="Graphic 19">
              <a:extLst>
                <a:ext uri="{FF2B5EF4-FFF2-40B4-BE49-F238E27FC236}">
                  <a16:creationId xmlns:a16="http://schemas.microsoft.com/office/drawing/2014/main" id="{66A6FE50-4B6B-49D3-9463-BB845FC9BCDF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5960403" y="261493"/>
              <a:ext cx="5401846" cy="504000"/>
            </a:xfrm>
            <a:prstGeom prst="rect">
              <a:avLst/>
            </a:prstGeom>
          </p:spPr>
        </p:pic>
        <p:pic>
          <p:nvPicPr>
            <p:cNvPr id="21" name="Graphic 20">
              <a:extLst>
                <a:ext uri="{FF2B5EF4-FFF2-40B4-BE49-F238E27FC236}">
                  <a16:creationId xmlns:a16="http://schemas.microsoft.com/office/drawing/2014/main" id="{4C1FADB1-3785-4E54-BD91-963A06FA75A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11689293" y="4852484"/>
              <a:ext cx="144000" cy="144000"/>
            </a:xfrm>
            <a:prstGeom prst="rect">
              <a:avLst/>
            </a:prstGeom>
          </p:spPr>
        </p:pic>
      </p:grp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53735EAC-5ED9-4F62-ABD1-5E26429119A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80158" y="859093"/>
            <a:ext cx="2934001" cy="4220721"/>
          </a:xfrm>
          <a:prstGeom prst="rect">
            <a:avLst/>
          </a:prstGeom>
          <a:noFill/>
          <a:ln w="63500">
            <a:solidFill>
              <a:schemeClr val="bg1"/>
            </a:solidFill>
          </a:ln>
          <a:effectLst/>
        </p:spPr>
        <p:txBody>
          <a:bodyPr wrap="square" anchor="ctr" anchorCtr="0">
            <a:noAutofit/>
          </a:bodyPr>
          <a:lstStyle>
            <a:lvl1pPr marL="0" indent="0" algn="ctr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06957C-CC9E-42D1-B1F4-A767BB7155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effectLst/>
              </a:defRPr>
            </a:lvl1pPr>
          </a:lstStyle>
          <a:p>
            <a:fld id="{1AE79C76-63EB-410C-B7D1-E9EDFD942730}" type="datetimeFigureOut">
              <a:rPr lang="en-US" smtClean="0"/>
              <a:pPr/>
              <a:t>10/9/25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FEDB01-6A45-415F-BB57-B2FF146E4E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effectLst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6971EA-4F70-4B6F-B95B-47DFDA4DCC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effectLst/>
              </a:defRPr>
            </a:lvl1pPr>
          </a:lstStyle>
          <a:p>
            <a:fld id="{CB7A94A6-63DE-4BAC-88F6-7A5821A40BD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FF937B18-1EFB-4925-8BA6-8AEFE9AD79F5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251960" y="859093"/>
            <a:ext cx="3675888" cy="1843105"/>
          </a:xfrm>
          <a:prstGeom prst="rect">
            <a:avLst/>
          </a:prstGeom>
          <a:noFill/>
          <a:ln w="63500">
            <a:solidFill>
              <a:schemeClr val="bg1"/>
            </a:solidFill>
          </a:ln>
          <a:effectLst/>
        </p:spPr>
        <p:txBody>
          <a:bodyPr wrap="square" anchor="ctr" anchorCtr="0">
            <a:noAutofit/>
          </a:bodyPr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F16C792A-311E-49C1-B927-5188236386DD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251960" y="3230690"/>
            <a:ext cx="3675888" cy="1843105"/>
          </a:xfrm>
          <a:prstGeom prst="rect">
            <a:avLst/>
          </a:prstGeom>
          <a:noFill/>
          <a:ln w="63500">
            <a:solidFill>
              <a:schemeClr val="bg1"/>
            </a:solidFill>
          </a:ln>
          <a:effectLst/>
        </p:spPr>
        <p:txBody>
          <a:bodyPr wrap="square" anchor="ctr" anchorCtr="0">
            <a:noAutofit/>
          </a:bodyPr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F3DB4BC6-5388-43E4-AA70-807AFBC6D8D9}"/>
              </a:ext>
            </a:extLst>
          </p:cNvPr>
          <p:cNvSpPr>
            <a:spLocks noGrp="1"/>
          </p:cNvSpPr>
          <p:nvPr>
            <p:ph type="pic" idx="18"/>
          </p:nvPr>
        </p:nvSpPr>
        <p:spPr>
          <a:xfrm>
            <a:off x="8577072" y="859093"/>
            <a:ext cx="2931633" cy="4220721"/>
          </a:xfrm>
          <a:prstGeom prst="rect">
            <a:avLst/>
          </a:prstGeom>
          <a:noFill/>
          <a:ln w="63500">
            <a:solidFill>
              <a:schemeClr val="bg1"/>
            </a:solidFill>
          </a:ln>
          <a:effectLst/>
        </p:spPr>
        <p:txBody>
          <a:bodyPr wrap="square" anchor="ctr" anchorCtr="0">
            <a:noAutofit/>
          </a:bodyPr>
          <a:lstStyle>
            <a:lvl1pPr marL="0" indent="0" algn="ctr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2C4E347F-7143-2046-BFFF-4D08F49CEF6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590834" y="5577840"/>
            <a:ext cx="2881767" cy="1019249"/>
          </a:xfrm>
        </p:spPr>
        <p:txBody>
          <a:bodyPr anchor="ctr">
            <a:normAutofit/>
          </a:bodyPr>
          <a:lstStyle>
            <a:lvl1pPr marL="0" indent="0" algn="r">
              <a:lnSpc>
                <a:spcPct val="114000"/>
              </a:lnSpc>
              <a:spcBef>
                <a:spcPts val="0"/>
              </a:spcBef>
              <a:buNone/>
              <a:defRPr sz="2500" spc="50" baseline="0">
                <a:solidFill>
                  <a:schemeClr val="bg1"/>
                </a:solidFill>
                <a:effectLst/>
              </a:defRPr>
            </a:lvl1pPr>
          </a:lstStyle>
          <a:p>
            <a:pPr lvl="0"/>
            <a:r>
              <a:rPr lang="en-US"/>
              <a:t>Lorem Ipsum Dolor Sit</a:t>
            </a:r>
          </a:p>
        </p:txBody>
      </p:sp>
      <p:sp>
        <p:nvSpPr>
          <p:cNvPr id="31" name="Title 1">
            <a:extLst>
              <a:ext uri="{FF2B5EF4-FFF2-40B4-BE49-F238E27FC236}">
                <a16:creationId xmlns:a16="http://schemas.microsoft.com/office/drawing/2014/main" id="{31983C5F-E737-8446-9BCA-4C30109E50F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8271" y="5316319"/>
            <a:ext cx="4679617" cy="1325563"/>
          </a:xfrm>
        </p:spPr>
        <p:txBody>
          <a:bodyPr/>
          <a:lstStyle>
            <a:lvl1pPr algn="l">
              <a:defRPr baseline="0">
                <a:solidFill>
                  <a:schemeClr val="bg1"/>
                </a:solidFill>
                <a:effectLst/>
              </a:defRPr>
            </a:lvl1pPr>
          </a:lstStyle>
          <a:p>
            <a:r>
              <a:rPr lang="en-US"/>
              <a:t>11th Month</a:t>
            </a:r>
          </a:p>
        </p:txBody>
      </p:sp>
    </p:spTree>
    <p:extLst>
      <p:ext uri="{BB962C8B-B14F-4D97-AF65-F5344CB8AC3E}">
        <p14:creationId xmlns:p14="http://schemas.microsoft.com/office/powerpoint/2010/main" val="20848917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Vertical Text">
    <p:bg>
      <p:bgPr>
        <a:gradFill>
          <a:gsLst>
            <a:gs pos="0">
              <a:schemeClr val="accent2"/>
            </a:gs>
            <a:gs pos="65000">
              <a:schemeClr val="accent3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>
            <a:extLst>
              <a:ext uri="{FF2B5EF4-FFF2-40B4-BE49-F238E27FC236}">
                <a16:creationId xmlns:a16="http://schemas.microsoft.com/office/drawing/2014/main" id="{4E59AD50-85A1-4E8E-A10E-7C8B27A040B5}"/>
              </a:ext>
            </a:extLst>
          </p:cNvPr>
          <p:cNvGrpSpPr/>
          <p:nvPr userDrawn="1"/>
        </p:nvGrpSpPr>
        <p:grpSpPr>
          <a:xfrm>
            <a:off x="265200" y="211797"/>
            <a:ext cx="11597599" cy="6236982"/>
            <a:chOff x="265200" y="211797"/>
            <a:chExt cx="11597599" cy="6236982"/>
          </a:xfrm>
        </p:grpSpPr>
        <p:pic>
          <p:nvPicPr>
            <p:cNvPr id="16" name="Graphic 15">
              <a:extLst>
                <a:ext uri="{FF2B5EF4-FFF2-40B4-BE49-F238E27FC236}">
                  <a16:creationId xmlns:a16="http://schemas.microsoft.com/office/drawing/2014/main" id="{1FE3352A-FE5E-4BA4-A20A-27B2B714666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85727" y="211797"/>
              <a:ext cx="11420546" cy="5443200"/>
            </a:xfrm>
            <a:prstGeom prst="rect">
              <a:avLst/>
            </a:prstGeom>
          </p:spPr>
        </p:pic>
        <p:pic>
          <p:nvPicPr>
            <p:cNvPr id="17" name="Graphic 16">
              <a:extLst>
                <a:ext uri="{FF2B5EF4-FFF2-40B4-BE49-F238E27FC236}">
                  <a16:creationId xmlns:a16="http://schemas.microsoft.com/office/drawing/2014/main" id="{09A97BF7-6982-4EAE-8CCF-71628CA4407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265200" y="1077579"/>
              <a:ext cx="9472613" cy="5371200"/>
            </a:xfrm>
            <a:prstGeom prst="rect">
              <a:avLst/>
            </a:prstGeom>
          </p:spPr>
        </p:pic>
        <p:pic>
          <p:nvPicPr>
            <p:cNvPr id="18" name="Graphic 17">
              <a:extLst>
                <a:ext uri="{FF2B5EF4-FFF2-40B4-BE49-F238E27FC236}">
                  <a16:creationId xmlns:a16="http://schemas.microsoft.com/office/drawing/2014/main" id="{86A70699-8AE0-487A-87E6-9AF39A5E9C2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1696497" y="360274"/>
              <a:ext cx="9888200" cy="5623200"/>
            </a:xfrm>
            <a:prstGeom prst="rect">
              <a:avLst/>
            </a:prstGeom>
          </p:spPr>
        </p:pic>
        <p:pic>
          <p:nvPicPr>
            <p:cNvPr id="19" name="Graphic 18">
              <a:extLst>
                <a:ext uri="{FF2B5EF4-FFF2-40B4-BE49-F238E27FC236}">
                  <a16:creationId xmlns:a16="http://schemas.microsoft.com/office/drawing/2014/main" id="{1CDF05D3-995B-4D06-8B84-2B5728A0C15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376728" y="430474"/>
              <a:ext cx="10190647" cy="4078800"/>
            </a:xfrm>
            <a:prstGeom prst="rect">
              <a:avLst/>
            </a:prstGeom>
          </p:spPr>
        </p:pic>
        <p:pic>
          <p:nvPicPr>
            <p:cNvPr id="20" name="Graphic 19">
              <a:extLst>
                <a:ext uri="{FF2B5EF4-FFF2-40B4-BE49-F238E27FC236}">
                  <a16:creationId xmlns:a16="http://schemas.microsoft.com/office/drawing/2014/main" id="{A50EF869-DF4B-4E8F-AA4C-07413EE3BE5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405627" y="300531"/>
              <a:ext cx="11457172" cy="5976000"/>
            </a:xfrm>
            <a:prstGeom prst="rect">
              <a:avLst/>
            </a:prstGeom>
          </p:spPr>
        </p:pic>
        <p:pic>
          <p:nvPicPr>
            <p:cNvPr id="21" name="Graphic 20">
              <a:extLst>
                <a:ext uri="{FF2B5EF4-FFF2-40B4-BE49-F238E27FC236}">
                  <a16:creationId xmlns:a16="http://schemas.microsoft.com/office/drawing/2014/main" id="{A62C5550-C7B4-478D-A50A-E674A1CEFFF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5891718" y="6238464"/>
              <a:ext cx="108000" cy="108000"/>
            </a:xfrm>
            <a:prstGeom prst="rect">
              <a:avLst/>
            </a:prstGeom>
          </p:spPr>
        </p:pic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56569200-4B56-44C7-BE76-EE495EF2281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10256" y="4974336"/>
            <a:ext cx="4285247" cy="790728"/>
          </a:xfrm>
        </p:spPr>
        <p:txBody>
          <a:bodyPr/>
          <a:lstStyle>
            <a:lvl1pPr>
              <a:defRPr baseline="0">
                <a:solidFill>
                  <a:schemeClr val="bg1"/>
                </a:solidFill>
                <a:effectLst/>
              </a:defRPr>
            </a:lvl1pPr>
          </a:lstStyle>
          <a:p>
            <a:r>
              <a:rPr lang="en-US" dirty="0"/>
              <a:t>9th Month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7A4CC3-9CF3-4BC4-869B-BC9E075241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effectLst/>
              </a:defRPr>
            </a:lvl1pPr>
          </a:lstStyle>
          <a:p>
            <a:fld id="{1AE79C76-63EB-410C-B7D1-E9EDFD942730}" type="datetimeFigureOut">
              <a:rPr lang="en-US" smtClean="0"/>
              <a:pPr/>
              <a:t>10/9/25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78A5C8-7868-450A-AD77-66FEFB7A31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effectLst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87F76C-2AE9-42CA-8ABB-8F58A8B188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effectLst/>
              </a:defRPr>
            </a:lvl1pPr>
          </a:lstStyle>
          <a:p>
            <a:fld id="{CB7A94A6-63DE-4BAC-88F6-7A5821A40BD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Picture Placeholder 11">
            <a:extLst>
              <a:ext uri="{FF2B5EF4-FFF2-40B4-BE49-F238E27FC236}">
                <a16:creationId xmlns:a16="http://schemas.microsoft.com/office/drawing/2014/main" id="{F4D93180-0DB3-4C63-9065-5D7EF7C2495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31710" y="859092"/>
            <a:ext cx="4983480" cy="5247361"/>
          </a:xfrm>
          <a:prstGeom prst="rect">
            <a:avLst/>
          </a:prstGeom>
          <a:noFill/>
          <a:ln w="63500">
            <a:solidFill>
              <a:schemeClr val="bg1"/>
            </a:solidFill>
          </a:ln>
          <a:effectLst/>
        </p:spPr>
        <p:txBody>
          <a:bodyPr anchor="ctr" anchorCtr="0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0DE03040-C85E-413F-803E-FC80926C6869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400800" y="859092"/>
            <a:ext cx="3199530" cy="2949771"/>
          </a:xfrm>
          <a:prstGeom prst="rect">
            <a:avLst/>
          </a:prstGeom>
          <a:noFill/>
          <a:ln w="63500">
            <a:solidFill>
              <a:schemeClr val="bg1"/>
            </a:solidFill>
          </a:ln>
          <a:effectLst/>
        </p:spPr>
        <p:txBody>
          <a:bodyPr wrap="square" anchor="ctr" anchorCtr="0">
            <a:noAutofit/>
          </a:bodyPr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FB9E9B6C-16CF-461D-8A49-226A49287927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9151009" y="2011680"/>
            <a:ext cx="2358001" cy="2379600"/>
          </a:xfrm>
          <a:prstGeom prst="rect">
            <a:avLst/>
          </a:prstGeom>
          <a:noFill/>
          <a:ln w="63500">
            <a:solidFill>
              <a:schemeClr val="bg1"/>
            </a:solidFill>
          </a:ln>
          <a:effectLst/>
        </p:spPr>
        <p:txBody>
          <a:bodyPr wrap="square" anchor="ctr" anchorCtr="0">
            <a:noAutofit/>
          </a:bodyPr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14">
            <a:extLst>
              <a:ext uri="{FF2B5EF4-FFF2-40B4-BE49-F238E27FC236}">
                <a16:creationId xmlns:a16="http://schemas.microsoft.com/office/drawing/2014/main" id="{C07E3FCF-AC8E-42D0-A379-0358791AF72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210255" y="5806439"/>
            <a:ext cx="4285247" cy="777240"/>
          </a:xfrm>
        </p:spPr>
        <p:txBody>
          <a:bodyPr>
            <a:normAutofit/>
          </a:bodyPr>
          <a:lstStyle>
            <a:lvl1pPr marL="0" indent="0" algn="l">
              <a:lnSpc>
                <a:spcPct val="114000"/>
              </a:lnSpc>
              <a:spcBef>
                <a:spcPts val="0"/>
              </a:spcBef>
              <a:buNone/>
              <a:defRPr sz="2500" spc="50" baseline="0">
                <a:solidFill>
                  <a:schemeClr val="bg1"/>
                </a:solidFill>
                <a:effectLst/>
              </a:defRPr>
            </a:lvl1pPr>
          </a:lstStyle>
          <a:p>
            <a:pPr lvl="0"/>
            <a:r>
              <a:rPr lang="en-US" dirty="0"/>
              <a:t>Lorem Ipsum Dolor Sit</a:t>
            </a:r>
          </a:p>
        </p:txBody>
      </p:sp>
    </p:spTree>
    <p:extLst>
      <p:ext uri="{BB962C8B-B14F-4D97-AF65-F5344CB8AC3E}">
        <p14:creationId xmlns:p14="http://schemas.microsoft.com/office/powerpoint/2010/main" val="22096049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Vertical Text">
    <p:bg>
      <p:bgPr>
        <a:gradFill>
          <a:gsLst>
            <a:gs pos="17000">
              <a:schemeClr val="accent1"/>
            </a:gs>
            <a:gs pos="100000">
              <a:schemeClr val="accent6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Group 31">
            <a:extLst>
              <a:ext uri="{FF2B5EF4-FFF2-40B4-BE49-F238E27FC236}">
                <a16:creationId xmlns:a16="http://schemas.microsoft.com/office/drawing/2014/main" id="{89C1D535-15FE-4AE9-BB66-5361D692D4DC}"/>
              </a:ext>
            </a:extLst>
          </p:cNvPr>
          <p:cNvGrpSpPr/>
          <p:nvPr userDrawn="1"/>
        </p:nvGrpSpPr>
        <p:grpSpPr>
          <a:xfrm>
            <a:off x="229449" y="233862"/>
            <a:ext cx="11709704" cy="6322883"/>
            <a:chOff x="229449" y="233862"/>
            <a:chExt cx="11709704" cy="6322883"/>
          </a:xfrm>
        </p:grpSpPr>
        <p:pic>
          <p:nvPicPr>
            <p:cNvPr id="12" name="Graphic 11">
              <a:extLst>
                <a:ext uri="{FF2B5EF4-FFF2-40B4-BE49-F238E27FC236}">
                  <a16:creationId xmlns:a16="http://schemas.microsoft.com/office/drawing/2014/main" id="{6B275128-7496-498E-96B3-4133B3A6E9A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85193" y="233862"/>
              <a:ext cx="11421613" cy="3574800"/>
            </a:xfrm>
            <a:prstGeom prst="rect">
              <a:avLst/>
            </a:prstGeom>
          </p:spPr>
        </p:pic>
        <p:pic>
          <p:nvPicPr>
            <p:cNvPr id="13" name="Graphic 12">
              <a:extLst>
                <a:ext uri="{FF2B5EF4-FFF2-40B4-BE49-F238E27FC236}">
                  <a16:creationId xmlns:a16="http://schemas.microsoft.com/office/drawing/2014/main" id="{C4170EEB-423D-4503-B447-5A6DFE4C6D3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229449" y="283484"/>
              <a:ext cx="11682694" cy="6260400"/>
            </a:xfrm>
            <a:prstGeom prst="rect">
              <a:avLst/>
            </a:prstGeom>
          </p:spPr>
        </p:pic>
        <p:pic>
          <p:nvPicPr>
            <p:cNvPr id="28" name="Graphic 27">
              <a:extLst>
                <a:ext uri="{FF2B5EF4-FFF2-40B4-BE49-F238E27FC236}">
                  <a16:creationId xmlns:a16="http://schemas.microsoft.com/office/drawing/2014/main" id="{EE4FC028-6A7F-464B-8DE4-89A5BC6A349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6004666" y="282797"/>
              <a:ext cx="5167290" cy="669600"/>
            </a:xfrm>
            <a:prstGeom prst="rect">
              <a:avLst/>
            </a:prstGeom>
          </p:spPr>
        </p:pic>
        <p:pic>
          <p:nvPicPr>
            <p:cNvPr id="29" name="Graphic 28">
              <a:extLst>
                <a:ext uri="{FF2B5EF4-FFF2-40B4-BE49-F238E27FC236}">
                  <a16:creationId xmlns:a16="http://schemas.microsoft.com/office/drawing/2014/main" id="{8D0E7667-1F91-4259-8E3E-2391F62372B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273201" y="264916"/>
              <a:ext cx="11549647" cy="6264000"/>
            </a:xfrm>
            <a:prstGeom prst="rect">
              <a:avLst/>
            </a:prstGeom>
          </p:spPr>
        </p:pic>
        <p:pic>
          <p:nvPicPr>
            <p:cNvPr id="30" name="Graphic 29">
              <a:extLst>
                <a:ext uri="{FF2B5EF4-FFF2-40B4-BE49-F238E27FC236}">
                  <a16:creationId xmlns:a16="http://schemas.microsoft.com/office/drawing/2014/main" id="{E199AC3A-63E5-48DF-8EFB-E9DD14245BFF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804248" y="1351145"/>
              <a:ext cx="11134905" cy="5205600"/>
            </a:xfrm>
            <a:prstGeom prst="rect">
              <a:avLst/>
            </a:prstGeom>
          </p:spPr>
        </p:pic>
        <p:pic>
          <p:nvPicPr>
            <p:cNvPr id="31" name="Graphic 30">
              <a:extLst>
                <a:ext uri="{FF2B5EF4-FFF2-40B4-BE49-F238E27FC236}">
                  <a16:creationId xmlns:a16="http://schemas.microsoft.com/office/drawing/2014/main" id="{7082B659-6998-45CF-901F-834BBE16223F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11740790" y="4438126"/>
              <a:ext cx="144000" cy="144000"/>
            </a:xfrm>
            <a:prstGeom prst="rect">
              <a:avLst/>
            </a:prstGeom>
          </p:spPr>
        </p:pic>
      </p:grpSp>
      <p:sp>
        <p:nvSpPr>
          <p:cNvPr id="10" name="Picture Placeholder 11">
            <a:extLst>
              <a:ext uri="{FF2B5EF4-FFF2-40B4-BE49-F238E27FC236}">
                <a16:creationId xmlns:a16="http://schemas.microsoft.com/office/drawing/2014/main" id="{F4D93180-0DB3-4C63-9065-5D7EF7C2495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318504" y="777240"/>
            <a:ext cx="5202936" cy="5202936"/>
          </a:xfrm>
          <a:prstGeom prst="ellipse">
            <a:avLst/>
          </a:prstGeom>
          <a:noFill/>
          <a:ln w="63500">
            <a:solidFill>
              <a:schemeClr val="bg1"/>
            </a:solidFill>
          </a:ln>
          <a:effectLst/>
        </p:spPr>
        <p:txBody>
          <a:bodyPr anchor="ctr" anchorCtr="0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6569200-4B56-44C7-BE76-EE495EF2281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05256" y="4334256"/>
            <a:ext cx="2914991" cy="1325563"/>
          </a:xfrm>
        </p:spPr>
        <p:txBody>
          <a:bodyPr/>
          <a:lstStyle>
            <a:lvl1pPr algn="r">
              <a:defRPr baseline="0">
                <a:solidFill>
                  <a:schemeClr val="bg1"/>
                </a:solidFill>
                <a:effectLst/>
              </a:defRPr>
            </a:lvl1pPr>
          </a:lstStyle>
          <a:p>
            <a:r>
              <a:rPr lang="en-US" dirty="0"/>
              <a:t>10th Month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7A4CC3-9CF3-4BC4-869B-BC9E075241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effectLst/>
              </a:defRPr>
            </a:lvl1pPr>
          </a:lstStyle>
          <a:p>
            <a:fld id="{1AE79C76-63EB-410C-B7D1-E9EDFD942730}" type="datetimeFigureOut">
              <a:rPr lang="en-US" smtClean="0"/>
              <a:pPr/>
              <a:t>10/9/25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78A5C8-7868-450A-AD77-66FEFB7A31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effectLst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87F76C-2AE9-42CA-8ABB-8F58A8B188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effectLst/>
              </a:defRPr>
            </a:lvl1pPr>
          </a:lstStyle>
          <a:p>
            <a:fld id="{CB7A94A6-63DE-4BAC-88F6-7A5821A40BD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3" name="Text Placeholder 14">
            <a:extLst>
              <a:ext uri="{FF2B5EF4-FFF2-40B4-BE49-F238E27FC236}">
                <a16:creationId xmlns:a16="http://schemas.microsoft.com/office/drawing/2014/main" id="{18B2DEC3-D259-45E7-9A7E-B74BB5565ED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32688" y="5833872"/>
            <a:ext cx="2881767" cy="1019249"/>
          </a:xfrm>
        </p:spPr>
        <p:txBody>
          <a:bodyPr>
            <a:normAutofit/>
          </a:bodyPr>
          <a:lstStyle>
            <a:lvl1pPr marL="0" indent="0" algn="r">
              <a:lnSpc>
                <a:spcPct val="114000"/>
              </a:lnSpc>
              <a:spcBef>
                <a:spcPts val="0"/>
              </a:spcBef>
              <a:buNone/>
              <a:defRPr sz="2500" spc="50" baseline="0">
                <a:solidFill>
                  <a:schemeClr val="bg1"/>
                </a:solidFill>
                <a:effectLst/>
              </a:defRPr>
            </a:lvl1pPr>
          </a:lstStyle>
          <a:p>
            <a:pPr lvl="0"/>
            <a:r>
              <a:rPr lang="en-US" dirty="0"/>
              <a:t>Lorem Ipsum Dolor Sit</a:t>
            </a:r>
          </a:p>
        </p:txBody>
      </p:sp>
      <p:sp>
        <p:nvSpPr>
          <p:cNvPr id="25" name="Picture Placeholder 24">
            <a:extLst>
              <a:ext uri="{FF2B5EF4-FFF2-40B4-BE49-F238E27FC236}">
                <a16:creationId xmlns:a16="http://schemas.microsoft.com/office/drawing/2014/main" id="{2A78E3EE-555C-422D-B7F9-EA24F1BAF679}"/>
              </a:ext>
            </a:extLst>
          </p:cNvPr>
          <p:cNvSpPr>
            <a:spLocks noGrp="1" noChangeAspect="1"/>
          </p:cNvSpPr>
          <p:nvPr>
            <p:ph type="pic" sz="quarter" idx="18"/>
          </p:nvPr>
        </p:nvSpPr>
        <p:spPr>
          <a:xfrm>
            <a:off x="786384" y="2459736"/>
            <a:ext cx="1575583" cy="1572768"/>
          </a:xfrm>
          <a:prstGeom prst="ellipse">
            <a:avLst/>
          </a:prstGeom>
          <a:noFill/>
          <a:ln w="63500">
            <a:solidFill>
              <a:schemeClr val="bg1"/>
            </a:solidFill>
          </a:ln>
          <a:effectLst/>
        </p:spPr>
        <p:txBody>
          <a:bodyPr wrap="square" anchor="ctr" anchorCtr="0">
            <a:noAutofit/>
          </a:bodyPr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6" name="Picture Placeholder 25">
            <a:extLst>
              <a:ext uri="{FF2B5EF4-FFF2-40B4-BE49-F238E27FC236}">
                <a16:creationId xmlns:a16="http://schemas.microsoft.com/office/drawing/2014/main" id="{FAAD8576-4E8B-473C-A9F2-19E0A00994F7}"/>
              </a:ext>
            </a:extLst>
          </p:cNvPr>
          <p:cNvSpPr>
            <a:spLocks noGrp="1" noChangeAspect="1"/>
          </p:cNvSpPr>
          <p:nvPr>
            <p:ph type="pic" sz="quarter" idx="19"/>
          </p:nvPr>
        </p:nvSpPr>
        <p:spPr>
          <a:xfrm>
            <a:off x="2715768" y="777240"/>
            <a:ext cx="3068723" cy="3063240"/>
          </a:xfrm>
          <a:prstGeom prst="ellipse">
            <a:avLst/>
          </a:prstGeom>
          <a:noFill/>
          <a:ln w="63500">
            <a:solidFill>
              <a:schemeClr val="bg1"/>
            </a:solidFill>
          </a:ln>
          <a:effectLst/>
        </p:spPr>
        <p:txBody>
          <a:bodyPr wrap="square" anchor="ctr" anchorCtr="0">
            <a:noAutofit/>
          </a:bodyPr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Picture Placeholder 26">
            <a:extLst>
              <a:ext uri="{FF2B5EF4-FFF2-40B4-BE49-F238E27FC236}">
                <a16:creationId xmlns:a16="http://schemas.microsoft.com/office/drawing/2014/main" id="{12DF910E-F574-447B-B3D3-0A761B4EB8C9}"/>
              </a:ext>
            </a:extLst>
          </p:cNvPr>
          <p:cNvSpPr>
            <a:spLocks noGrp="1" noChangeAspect="1"/>
          </p:cNvSpPr>
          <p:nvPr>
            <p:ph type="pic" sz="quarter" idx="20"/>
          </p:nvPr>
        </p:nvSpPr>
        <p:spPr>
          <a:xfrm>
            <a:off x="4581144" y="3813048"/>
            <a:ext cx="2409176" cy="2404872"/>
          </a:xfrm>
          <a:prstGeom prst="ellipse">
            <a:avLst/>
          </a:prstGeom>
          <a:noFill/>
          <a:ln w="63500">
            <a:solidFill>
              <a:schemeClr val="bg1"/>
            </a:solidFill>
          </a:ln>
          <a:effectLst/>
        </p:spPr>
        <p:txBody>
          <a:bodyPr wrap="square" anchor="ctr" anchorCtr="0">
            <a:noAutofit/>
          </a:bodyPr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271445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Vertical Text">
    <p:bg>
      <p:bgPr>
        <a:gradFill>
          <a:gsLst>
            <a:gs pos="0">
              <a:schemeClr val="accent2"/>
            </a:gs>
            <a:gs pos="84000">
              <a:schemeClr val="accent5">
                <a:lumMod val="75000"/>
              </a:schemeClr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>
            <a:extLst>
              <a:ext uri="{FF2B5EF4-FFF2-40B4-BE49-F238E27FC236}">
                <a16:creationId xmlns:a16="http://schemas.microsoft.com/office/drawing/2014/main" id="{CCCCD01B-490D-4F3F-B34B-059EC2B80668}"/>
              </a:ext>
            </a:extLst>
          </p:cNvPr>
          <p:cNvGrpSpPr/>
          <p:nvPr userDrawn="1"/>
        </p:nvGrpSpPr>
        <p:grpSpPr>
          <a:xfrm>
            <a:off x="359344" y="184651"/>
            <a:ext cx="11524164" cy="6283315"/>
            <a:chOff x="359344" y="184651"/>
            <a:chExt cx="11524164" cy="6283315"/>
          </a:xfrm>
          <a:solidFill>
            <a:schemeClr val="bg1">
              <a:alpha val="16006"/>
            </a:schemeClr>
          </a:solidFill>
        </p:grpSpPr>
        <p:pic>
          <p:nvPicPr>
            <p:cNvPr id="11" name="Graphic 10">
              <a:extLst>
                <a:ext uri="{FF2B5EF4-FFF2-40B4-BE49-F238E27FC236}">
                  <a16:creationId xmlns:a16="http://schemas.microsoft.com/office/drawing/2014/main" id="{0669EBD2-1035-4C38-8422-4F3A988DE98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11251" y="254748"/>
              <a:ext cx="2855876" cy="6156000"/>
            </a:xfrm>
            <a:prstGeom prst="rect">
              <a:avLst/>
            </a:prstGeom>
          </p:spPr>
        </p:pic>
        <p:pic>
          <p:nvPicPr>
            <p:cNvPr id="14" name="Graphic 13">
              <a:extLst>
                <a:ext uri="{FF2B5EF4-FFF2-40B4-BE49-F238E27FC236}">
                  <a16:creationId xmlns:a16="http://schemas.microsoft.com/office/drawing/2014/main" id="{4AF36804-0D46-44B4-B63E-FE01467B757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380023" y="184651"/>
              <a:ext cx="11387179" cy="6271200"/>
            </a:xfrm>
            <a:prstGeom prst="rect">
              <a:avLst/>
            </a:prstGeom>
          </p:spPr>
        </p:pic>
        <p:pic>
          <p:nvPicPr>
            <p:cNvPr id="15" name="Graphic 14">
              <a:extLst>
                <a:ext uri="{FF2B5EF4-FFF2-40B4-BE49-F238E27FC236}">
                  <a16:creationId xmlns:a16="http://schemas.microsoft.com/office/drawing/2014/main" id="{0BBAEFA2-86F2-4D56-9D84-34342C95FDD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1027183" y="380993"/>
              <a:ext cx="4358738" cy="5947200"/>
            </a:xfrm>
            <a:prstGeom prst="rect">
              <a:avLst/>
            </a:prstGeom>
          </p:spPr>
        </p:pic>
        <p:pic>
          <p:nvPicPr>
            <p:cNvPr id="16" name="Graphic 15">
              <a:extLst>
                <a:ext uri="{FF2B5EF4-FFF2-40B4-BE49-F238E27FC236}">
                  <a16:creationId xmlns:a16="http://schemas.microsoft.com/office/drawing/2014/main" id="{625D5ED6-A8CE-495D-A5EB-509B36EE5F6F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420864" y="469509"/>
              <a:ext cx="1180553" cy="3884400"/>
            </a:xfrm>
            <a:prstGeom prst="rect">
              <a:avLst/>
            </a:prstGeom>
          </p:spPr>
        </p:pic>
        <p:pic>
          <p:nvPicPr>
            <p:cNvPr id="17" name="Graphic 16">
              <a:extLst>
                <a:ext uri="{FF2B5EF4-FFF2-40B4-BE49-F238E27FC236}">
                  <a16:creationId xmlns:a16="http://schemas.microsoft.com/office/drawing/2014/main" id="{A8E497AE-4726-4301-927D-F14FF1DC071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1784401" y="268766"/>
              <a:ext cx="10099107" cy="6199200"/>
            </a:xfrm>
            <a:prstGeom prst="rect">
              <a:avLst/>
            </a:prstGeom>
          </p:spPr>
        </p:pic>
        <p:pic>
          <p:nvPicPr>
            <p:cNvPr id="18" name="Graphic 17">
              <a:extLst>
                <a:ext uri="{FF2B5EF4-FFF2-40B4-BE49-F238E27FC236}">
                  <a16:creationId xmlns:a16="http://schemas.microsoft.com/office/drawing/2014/main" id="{98789768-A6B3-4619-91B5-48717A86D7E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359344" y="2125327"/>
              <a:ext cx="144000" cy="144000"/>
            </a:xfrm>
            <a:prstGeom prst="rect">
              <a:avLst/>
            </a:prstGeom>
          </p:spPr>
        </p:pic>
      </p:grpSp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31150079-C6AE-4380-B8F8-F9ABE614B93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82991" y="859092"/>
            <a:ext cx="10826019" cy="4331411"/>
          </a:xfrm>
          <a:prstGeom prst="rect">
            <a:avLst/>
          </a:prstGeom>
          <a:noFill/>
          <a:ln w="63500">
            <a:solidFill>
              <a:schemeClr val="bg1"/>
            </a:solidFill>
          </a:ln>
          <a:effectLst/>
        </p:spPr>
        <p:txBody>
          <a:bodyPr wrap="square" anchor="ctr" anchorCtr="0">
            <a:noAutofit/>
          </a:bodyPr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7A4CC3-9CF3-4BC4-869B-BC9E075241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effectLst/>
              </a:defRPr>
            </a:lvl1pPr>
          </a:lstStyle>
          <a:p>
            <a:fld id="{1AE79C76-63EB-410C-B7D1-E9EDFD942730}" type="datetimeFigureOut">
              <a:rPr lang="en-US" smtClean="0"/>
              <a:pPr/>
              <a:t>10/9/25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78A5C8-7868-450A-AD77-66FEFB7A31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effectLst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87F76C-2AE9-42CA-8ABB-8F58A8B188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effectLst/>
              </a:defRPr>
            </a:lvl1pPr>
          </a:lstStyle>
          <a:p>
            <a:fld id="{CB7A94A6-63DE-4BAC-88F6-7A5821A40BD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3" name="Text Placeholder 14">
            <a:extLst>
              <a:ext uri="{FF2B5EF4-FFF2-40B4-BE49-F238E27FC236}">
                <a16:creationId xmlns:a16="http://schemas.microsoft.com/office/drawing/2014/main" id="{18B2DEC3-D259-45E7-9A7E-B74BB5565ED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750808" y="5559552"/>
            <a:ext cx="2881767" cy="1019249"/>
          </a:xfrm>
        </p:spPr>
        <p:txBody>
          <a:bodyPr anchor="ctr">
            <a:normAutofit/>
          </a:bodyPr>
          <a:lstStyle>
            <a:lvl1pPr marL="0" indent="0" algn="r">
              <a:lnSpc>
                <a:spcPct val="114000"/>
              </a:lnSpc>
              <a:spcBef>
                <a:spcPts val="0"/>
              </a:spcBef>
              <a:buNone/>
              <a:defRPr sz="2500" spc="50" baseline="0">
                <a:solidFill>
                  <a:schemeClr val="bg1"/>
                </a:solidFill>
                <a:effectLst/>
              </a:defRPr>
            </a:lvl1pPr>
          </a:lstStyle>
          <a:p>
            <a:pPr lvl="0"/>
            <a:r>
              <a:rPr lang="en-US" dirty="0"/>
              <a:t>Lorem Ipsum Dolor Sit</a:t>
            </a:r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969C291A-AD95-0245-BA1D-DD760C977F4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8271" y="5316319"/>
            <a:ext cx="4679617" cy="1325563"/>
          </a:xfrm>
        </p:spPr>
        <p:txBody>
          <a:bodyPr/>
          <a:lstStyle>
            <a:lvl1pPr algn="l">
              <a:defRPr baseline="0">
                <a:solidFill>
                  <a:schemeClr val="bg1"/>
                </a:solidFill>
                <a:effectLst/>
              </a:defRPr>
            </a:lvl1pPr>
          </a:lstStyle>
          <a:p>
            <a:r>
              <a:rPr lang="en-US"/>
              <a:t>11th Month</a:t>
            </a:r>
          </a:p>
        </p:txBody>
      </p:sp>
    </p:spTree>
    <p:extLst>
      <p:ext uri="{BB962C8B-B14F-4D97-AF65-F5344CB8AC3E}">
        <p14:creationId xmlns:p14="http://schemas.microsoft.com/office/powerpoint/2010/main" val="39159424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Vertical Text">
    <p:bg>
      <p:bgPr>
        <a:gradFill flip="none" rotWithShape="1">
          <a:gsLst>
            <a:gs pos="82000">
              <a:schemeClr val="accent1"/>
            </a:gs>
            <a:gs pos="0">
              <a:schemeClr val="accent5"/>
            </a:gs>
          </a:gsLst>
          <a:lin ang="81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Group 30">
            <a:extLst>
              <a:ext uri="{FF2B5EF4-FFF2-40B4-BE49-F238E27FC236}">
                <a16:creationId xmlns:a16="http://schemas.microsoft.com/office/drawing/2014/main" id="{109E4FCE-4D16-429B-943E-A6B3E1C9FA1B}"/>
              </a:ext>
            </a:extLst>
          </p:cNvPr>
          <p:cNvGrpSpPr/>
          <p:nvPr userDrawn="1"/>
        </p:nvGrpSpPr>
        <p:grpSpPr>
          <a:xfrm>
            <a:off x="232073" y="293318"/>
            <a:ext cx="11593374" cy="6229552"/>
            <a:chOff x="232073" y="293318"/>
            <a:chExt cx="11593374" cy="6229552"/>
          </a:xfrm>
        </p:grpSpPr>
        <p:pic>
          <p:nvPicPr>
            <p:cNvPr id="10" name="Graphic 9">
              <a:extLst>
                <a:ext uri="{FF2B5EF4-FFF2-40B4-BE49-F238E27FC236}">
                  <a16:creationId xmlns:a16="http://schemas.microsoft.com/office/drawing/2014/main" id="{94556B1E-8FB8-4605-9F61-EC90EB79A1B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32073" y="293318"/>
              <a:ext cx="11593374" cy="6127200"/>
            </a:xfrm>
            <a:prstGeom prst="rect">
              <a:avLst/>
            </a:prstGeom>
          </p:spPr>
        </p:pic>
        <p:pic>
          <p:nvPicPr>
            <p:cNvPr id="12" name="Graphic 11">
              <a:extLst>
                <a:ext uri="{FF2B5EF4-FFF2-40B4-BE49-F238E27FC236}">
                  <a16:creationId xmlns:a16="http://schemas.microsoft.com/office/drawing/2014/main" id="{CB2C9F81-53BA-491A-86CC-E487FC29142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248877" y="3526821"/>
              <a:ext cx="6246000" cy="2996049"/>
            </a:xfrm>
            <a:prstGeom prst="rect">
              <a:avLst/>
            </a:prstGeom>
          </p:spPr>
        </p:pic>
        <p:pic>
          <p:nvPicPr>
            <p:cNvPr id="13" name="Graphic 12">
              <a:extLst>
                <a:ext uri="{FF2B5EF4-FFF2-40B4-BE49-F238E27FC236}">
                  <a16:creationId xmlns:a16="http://schemas.microsoft.com/office/drawing/2014/main" id="{E6F9022F-9D48-4ECD-8425-93DCDB21224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3375813" y="520667"/>
              <a:ext cx="7938039" cy="5893200"/>
            </a:xfrm>
            <a:prstGeom prst="rect">
              <a:avLst/>
            </a:prstGeom>
          </p:spPr>
        </p:pic>
        <p:pic>
          <p:nvPicPr>
            <p:cNvPr id="27" name="Graphic 26">
              <a:extLst>
                <a:ext uri="{FF2B5EF4-FFF2-40B4-BE49-F238E27FC236}">
                  <a16:creationId xmlns:a16="http://schemas.microsoft.com/office/drawing/2014/main" id="{FE10765A-FD00-4D96-8F8A-947A674C9A2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4674464" y="475200"/>
              <a:ext cx="6352258" cy="5907600"/>
            </a:xfrm>
            <a:prstGeom prst="rect">
              <a:avLst/>
            </a:prstGeom>
          </p:spPr>
        </p:pic>
        <p:pic>
          <p:nvPicPr>
            <p:cNvPr id="28" name="Graphic 27">
              <a:extLst>
                <a:ext uri="{FF2B5EF4-FFF2-40B4-BE49-F238E27FC236}">
                  <a16:creationId xmlns:a16="http://schemas.microsoft.com/office/drawing/2014/main" id="{F7CCE647-265B-4ECE-B704-428E97712DE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4148390" y="607345"/>
              <a:ext cx="7280509" cy="5720400"/>
            </a:xfrm>
            <a:prstGeom prst="rect">
              <a:avLst/>
            </a:prstGeom>
          </p:spPr>
        </p:pic>
        <p:pic>
          <p:nvPicPr>
            <p:cNvPr id="29" name="Graphic 28">
              <a:extLst>
                <a:ext uri="{FF2B5EF4-FFF2-40B4-BE49-F238E27FC236}">
                  <a16:creationId xmlns:a16="http://schemas.microsoft.com/office/drawing/2014/main" id="{83D605B8-0035-4AE5-9086-5B983D62B0D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9823192" y="652933"/>
              <a:ext cx="1648884" cy="1090800"/>
            </a:xfrm>
            <a:prstGeom prst="rect">
              <a:avLst/>
            </a:prstGeom>
          </p:spPr>
        </p:pic>
        <p:pic>
          <p:nvPicPr>
            <p:cNvPr id="30" name="Graphic 29">
              <a:extLst>
                <a:ext uri="{FF2B5EF4-FFF2-40B4-BE49-F238E27FC236}">
                  <a16:creationId xmlns:a16="http://schemas.microsoft.com/office/drawing/2014/main" id="{20F4FD87-4448-48A3-9CAA-BFAFE31E080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8642684" y="375240"/>
              <a:ext cx="108000" cy="108000"/>
            </a:xfrm>
            <a:prstGeom prst="rect">
              <a:avLst/>
            </a:prstGeom>
          </p:spPr>
        </p:pic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56569200-4B56-44C7-BE76-EE495EF2281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40668" y="2264424"/>
            <a:ext cx="3003217" cy="1325563"/>
          </a:xfrm>
        </p:spPr>
        <p:txBody>
          <a:bodyPr/>
          <a:lstStyle>
            <a:lvl1pPr algn="l">
              <a:defRPr baseline="0">
                <a:solidFill>
                  <a:schemeClr val="bg1"/>
                </a:solidFill>
                <a:effectLst/>
              </a:defRPr>
            </a:lvl1pPr>
          </a:lstStyle>
          <a:p>
            <a:r>
              <a:rPr lang="en-US"/>
              <a:t>12th Month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7A4CC3-9CF3-4BC4-869B-BC9E075241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effectLst/>
              </a:defRPr>
            </a:lvl1pPr>
          </a:lstStyle>
          <a:p>
            <a:fld id="{1AE79C76-63EB-410C-B7D1-E9EDFD942730}" type="datetimeFigureOut">
              <a:rPr lang="en-US" smtClean="0"/>
              <a:pPr/>
              <a:t>10/9/25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78A5C8-7868-450A-AD77-66FEFB7A31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effectLst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87F76C-2AE9-42CA-8ABB-8F58A8B188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effectLst/>
              </a:defRPr>
            </a:lvl1pPr>
          </a:lstStyle>
          <a:p>
            <a:fld id="{CB7A94A6-63DE-4BAC-88F6-7A5821A40BD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3" name="Text Placeholder 14">
            <a:extLst>
              <a:ext uri="{FF2B5EF4-FFF2-40B4-BE49-F238E27FC236}">
                <a16:creationId xmlns:a16="http://schemas.microsoft.com/office/drawing/2014/main" id="{18B2DEC3-D259-45E7-9A7E-B74BB5565ED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961120" y="3785616"/>
            <a:ext cx="2881767" cy="1019249"/>
          </a:xfrm>
        </p:spPr>
        <p:txBody>
          <a:bodyPr>
            <a:normAutofit/>
          </a:bodyPr>
          <a:lstStyle>
            <a:lvl1pPr marL="0" indent="0" algn="l">
              <a:lnSpc>
                <a:spcPct val="114000"/>
              </a:lnSpc>
              <a:spcBef>
                <a:spcPts val="0"/>
              </a:spcBef>
              <a:buNone/>
              <a:defRPr sz="2500" spc="50" baseline="0">
                <a:solidFill>
                  <a:schemeClr val="bg1"/>
                </a:solidFill>
                <a:effectLst/>
              </a:defRPr>
            </a:lvl1pPr>
          </a:lstStyle>
          <a:p>
            <a:pPr lvl="0"/>
            <a:r>
              <a:rPr lang="en-US" dirty="0"/>
              <a:t>Lorem Ipsum Dolor Sit</a:t>
            </a:r>
          </a:p>
        </p:txBody>
      </p:sp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DFA70087-9540-496D-AA8A-F5B08E0AF37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16859" y="859093"/>
            <a:ext cx="7436541" cy="5111496"/>
          </a:xfrm>
          <a:prstGeom prst="rect">
            <a:avLst/>
          </a:prstGeom>
          <a:noFill/>
          <a:ln w="63500">
            <a:solidFill>
              <a:schemeClr val="bg1"/>
            </a:solidFill>
          </a:ln>
          <a:effectLst/>
        </p:spPr>
        <p:txBody>
          <a:bodyPr wrap="square" anchor="ctr" anchorCtr="0">
            <a:noAutofit/>
          </a:bodyPr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4D75BD4A-D07A-4DBF-9CA9-2A4E2BEC88A0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260999" y="483240"/>
            <a:ext cx="2505456" cy="2509200"/>
          </a:xfrm>
          <a:prstGeom prst="ellipse">
            <a:avLst/>
          </a:prstGeom>
          <a:noFill/>
          <a:ln w="63500">
            <a:solidFill>
              <a:schemeClr val="bg1"/>
            </a:solidFill>
          </a:ln>
          <a:effectLst/>
        </p:spPr>
        <p:txBody>
          <a:bodyPr wrap="square" anchor="ctr" anchorCtr="0">
            <a:noAutofit/>
          </a:bodyPr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723220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Quote 5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9EE128E1-0CDA-47A1-D35D-9C25479EF6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2068638" y="0"/>
            <a:ext cx="123362" cy="6858000"/>
            <a:chOff x="12068638" y="0"/>
            <a:chExt cx="123362" cy="6858000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D619BAD8-E856-5A54-5FB5-85E6CAC4E304}"/>
                </a:ext>
              </a:extLst>
            </p:cNvPr>
            <p:cNvSpPr/>
            <p:nvPr/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D3FCF455-BD54-50B4-8076-41DC7D47954B}"/>
                </a:ext>
              </a:extLst>
            </p:cNvPr>
            <p:cNvSpPr/>
            <p:nvPr/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1A753856-64E9-57B8-BA9A-9192CD4E94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10800000">
            <a:off x="0" y="1"/>
            <a:ext cx="12188952" cy="123363"/>
            <a:chOff x="-5025" y="6737718"/>
            <a:chExt cx="12207200" cy="123363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E9BB5D38-3664-8477-8F8A-91B17B1EE508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4F4A8525-6EB9-D4F1-AB1C-1F0B1952FC31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12648" y="1292984"/>
            <a:ext cx="9317736" cy="3785616"/>
          </a:xfrm>
        </p:spPr>
        <p:txBody>
          <a:bodyPr anchor="b">
            <a:normAutofit/>
          </a:bodyPr>
          <a:lstStyle>
            <a:lvl1pPr algn="l">
              <a:lnSpc>
                <a:spcPct val="10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Quote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8" y="5078600"/>
            <a:ext cx="5431536" cy="128930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430768" y="6318504"/>
            <a:ext cx="3136392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www.3aayaam.in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534686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31C3DD-C57B-4348-9F13-E6878EEE36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40649B-A03C-4FF0-9513-E8F61D4594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C5177F-81CA-42DC-8AF5-691DA37EE33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venir" panose="02000503020000020003" pitchFamily="2" charset="0"/>
              </a:defRPr>
            </a:lvl1pPr>
          </a:lstStyle>
          <a:p>
            <a:fld id="{1AE79C76-63EB-410C-B7D1-E9EDFD942730}" type="datetimeFigureOut">
              <a:rPr lang="en-US" smtClean="0"/>
              <a:pPr/>
              <a:t>10/9/25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1F8DBA-7954-4F4A-AF00-E0521C49D5B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venir" panose="02000503020000020003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C9D787-7648-4928-A33C-7746CCE5AD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venir" panose="02000503020000020003" pitchFamily="2" charset="0"/>
              </a:defRPr>
            </a:lvl1pPr>
          </a:lstStyle>
          <a:p>
            <a:fld id="{CB7A94A6-63DE-4BAC-88F6-7A5821A40BD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20002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6000" b="1" kern="1200">
          <a:solidFill>
            <a:schemeClr val="tx1"/>
          </a:solidFill>
          <a:latin typeface="Avenir" panose="02000503020000020003" pitchFamily="2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venir" panose="02000503020000020003" pitchFamily="2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venir" panose="02000503020000020003" pitchFamily="2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venir" panose="02000503020000020003" pitchFamily="2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venir" panose="02000503020000020003" pitchFamily="2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venir" panose="02000503020000020003" pitchFamily="2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9000">
              <a:srgbClr val="FFFD78"/>
            </a:gs>
            <a:gs pos="100000">
              <a:srgbClr val="0096FF"/>
            </a:gs>
          </a:gsLst>
          <a:lin ang="13800000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EDF2D6D-7997-8B20-53BF-109AFE9308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3A49E6-4207-33CE-3C98-FC6EE7B630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3748" y="518532"/>
            <a:ext cx="10544503" cy="5820936"/>
          </a:xfrm>
          <a:gradFill>
            <a:gsLst>
              <a:gs pos="100000">
                <a:srgbClr val="000000">
                  <a:alpha val="76100"/>
                </a:srgbClr>
              </a:gs>
              <a:gs pos="0">
                <a:schemeClr val="bg2">
                  <a:lumMod val="25000"/>
                  <a:alpha val="60798"/>
                </a:schemeClr>
              </a:gs>
            </a:gsLst>
            <a:lin ang="13800000" scaled="0"/>
          </a:gradFill>
        </p:spPr>
        <p:txBody>
          <a:bodyPr anchor="ctr">
            <a:normAutofit/>
          </a:bodyPr>
          <a:lstStyle/>
          <a:p>
            <a:r>
              <a:rPr lang="en-US" sz="8800" u="sng" dirty="0">
                <a:gradFill flip="none" rotWithShape="1">
                  <a:gsLst>
                    <a:gs pos="100000">
                      <a:srgbClr val="00B0F0"/>
                    </a:gs>
                    <a:gs pos="0">
                      <a:srgbClr val="FFFD78"/>
                    </a:gs>
                  </a:gsLst>
                  <a:path path="circle">
                    <a:fillToRect l="100000" t="100000"/>
                  </a:path>
                  <a:tileRect r="-100000" b="-100000"/>
                </a:gradFill>
              </a:rPr>
              <a:t>Project 11</a:t>
            </a:r>
            <a:r>
              <a:rPr lang="en-US" sz="8800" dirty="0">
                <a:gradFill flip="none" rotWithShape="1">
                  <a:gsLst>
                    <a:gs pos="100000">
                      <a:srgbClr val="00B0F0"/>
                    </a:gs>
                    <a:gs pos="0">
                      <a:srgbClr val="FFFD78"/>
                    </a:gs>
                  </a:gsLst>
                  <a:path path="circle">
                    <a:fillToRect l="100000" t="100000"/>
                  </a:path>
                  <a:tileRect r="-100000" b="-100000"/>
                </a:gradFill>
              </a:rPr>
              <a:t> </a:t>
            </a:r>
            <a:br>
              <a:rPr lang="en-US" sz="8800" dirty="0">
                <a:gradFill flip="none" rotWithShape="1">
                  <a:gsLst>
                    <a:gs pos="100000">
                      <a:srgbClr val="00B0F0"/>
                    </a:gs>
                    <a:gs pos="0">
                      <a:schemeClr val="bg1"/>
                    </a:gs>
                  </a:gsLst>
                  <a:path path="circle">
                    <a:fillToRect l="100000" t="100000"/>
                  </a:path>
                  <a:tileRect r="-100000" b="-100000"/>
                </a:gradFill>
              </a:rPr>
            </a:br>
            <a:r>
              <a:rPr lang="en-US" sz="6600" dirty="0">
                <a:gradFill flip="none" rotWithShape="1">
                  <a:gsLst>
                    <a:gs pos="100000">
                      <a:srgbClr val="00B0F0"/>
                    </a:gs>
                    <a:gs pos="0">
                      <a:srgbClr val="FFFD78"/>
                    </a:gs>
                  </a:gsLst>
                  <a:path path="circle">
                    <a:fillToRect l="100000" t="100000"/>
                  </a:path>
                  <a:tileRect r="-100000" b="-100000"/>
                </a:gradFill>
              </a:rPr>
              <a:t>Recommendation Engine using Clickstream Data</a:t>
            </a:r>
            <a:endParaRPr lang="en-US" dirty="0">
              <a:gradFill flip="none" rotWithShape="1">
                <a:gsLst>
                  <a:gs pos="100000">
                    <a:srgbClr val="00B0F0"/>
                  </a:gs>
                  <a:gs pos="0">
                    <a:srgbClr val="FFFD78"/>
                  </a:gs>
                </a:gsLst>
                <a:path path="circle">
                  <a:fillToRect l="100000" t="100000"/>
                </a:path>
                <a:tileRect r="-100000" b="-100000"/>
              </a:gra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BED8105-166A-8313-03AE-1B0C542082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5831863"/>
            <a:ext cx="9144000" cy="645879"/>
          </a:xfrm>
        </p:spPr>
        <p:txBody>
          <a:bodyPr/>
          <a:lstStyle/>
          <a:p>
            <a:r>
              <a:rPr lang="en-US" dirty="0"/>
              <a:t>www.3aayaam.in</a:t>
            </a:r>
          </a:p>
        </p:txBody>
      </p:sp>
    </p:spTree>
    <p:extLst>
      <p:ext uri="{BB962C8B-B14F-4D97-AF65-F5344CB8AC3E}">
        <p14:creationId xmlns:p14="http://schemas.microsoft.com/office/powerpoint/2010/main" val="14258034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47C30E6-514D-4794-379F-3824ADBF40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035121-FF9F-C226-B0D9-3D376B8B51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600">
                <a:solidFill>
                  <a:srgbClr val="000000"/>
                </a:solidFill>
              </a:rPr>
              <a:t>www.3aayaam.in</a:t>
            </a:r>
            <a:endParaRPr lang="en-US" sz="1600" dirty="0">
              <a:solidFill>
                <a:srgbClr val="000000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88413B-438B-1B10-CEFD-0479833EBC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A5751D93-FEF3-C7E1-ECDD-3DAEA119CFA6}"/>
              </a:ext>
            </a:extLst>
          </p:cNvPr>
          <p:cNvSpPr txBox="1">
            <a:spLocks/>
          </p:cNvSpPr>
          <p:nvPr/>
        </p:nvSpPr>
        <p:spPr>
          <a:xfrm>
            <a:off x="323890" y="136525"/>
            <a:ext cx="11489526" cy="112567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en-US"/>
            </a:defPPr>
            <a:lvl1pPr>
              <a:lnSpc>
                <a:spcPct val="100000"/>
              </a:lnSpc>
              <a:spcBef>
                <a:spcPct val="0"/>
              </a:spcBef>
              <a:buNone/>
              <a:defRPr sz="6000" b="1">
                <a:gradFill>
                  <a:gsLst>
                    <a:gs pos="0">
                      <a:srgbClr val="FF7E79"/>
                    </a:gs>
                    <a:gs pos="100000">
                      <a:srgbClr val="00FB92"/>
                    </a:gs>
                  </a:gsLst>
                  <a:lin ang="13800000" scaled="0"/>
                </a:gradFill>
                <a:latin typeface="Avenir Book" panose="02000503020000020003" pitchFamily="2" charset="0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rgbClr val="0096FF"/>
                </a:solidFill>
              </a:rPr>
              <a:t>Recommendation Engine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A62DB69-6C83-F768-A92A-BB9DA2523E49}"/>
              </a:ext>
            </a:extLst>
          </p:cNvPr>
          <p:cNvSpPr txBox="1"/>
          <p:nvPr/>
        </p:nvSpPr>
        <p:spPr>
          <a:xfrm>
            <a:off x="323889" y="1262199"/>
            <a:ext cx="11489527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0000"/>
                </a:solidFill>
                <a:latin typeface="Avenir Book" panose="02000503020000020003" pitchFamily="2" charset="0"/>
              </a:rPr>
              <a:t>What happens when you watch same type of videos in YouTube, OTT platforms?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>
              <a:solidFill>
                <a:srgbClr val="000000"/>
              </a:solidFill>
              <a:latin typeface="Avenir Book" panose="02000503020000020003" pitchFamily="2" charset="0"/>
            </a:endParaRP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D9C98E54-2B97-B34D-D28B-86B830C56CCE}"/>
              </a:ext>
            </a:extLst>
          </p:cNvPr>
          <p:cNvSpPr/>
          <p:nvPr/>
        </p:nvSpPr>
        <p:spPr>
          <a:xfrm>
            <a:off x="328866" y="1857720"/>
            <a:ext cx="2851484" cy="1117816"/>
          </a:xfrm>
          <a:prstGeom prst="round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venir Book" panose="02000503020000020003" pitchFamily="2" charset="0"/>
            </a:endParaRPr>
          </a:p>
        </p:txBody>
      </p:sp>
      <p:sp>
        <p:nvSpPr>
          <p:cNvPr id="3" name="Triangle 2">
            <a:extLst>
              <a:ext uri="{FF2B5EF4-FFF2-40B4-BE49-F238E27FC236}">
                <a16:creationId xmlns:a16="http://schemas.microsoft.com/office/drawing/2014/main" id="{16012BC3-8D78-AB2D-DDE0-C0F734A3AFC4}"/>
              </a:ext>
            </a:extLst>
          </p:cNvPr>
          <p:cNvSpPr/>
          <p:nvPr/>
        </p:nvSpPr>
        <p:spPr>
          <a:xfrm rot="5400000">
            <a:off x="1399675" y="2089699"/>
            <a:ext cx="709863" cy="589547"/>
          </a:xfrm>
          <a:prstGeom prst="triangle">
            <a:avLst/>
          </a:prstGeom>
          <a:solidFill>
            <a:srgbClr val="76D6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venir Book" panose="02000503020000020003" pitchFamily="2" charset="0"/>
            </a:endParaRP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CEF4A0C7-1B95-B480-7B5A-7E314AE61F31}"/>
              </a:ext>
            </a:extLst>
          </p:cNvPr>
          <p:cNvSpPr/>
          <p:nvPr/>
        </p:nvSpPr>
        <p:spPr>
          <a:xfrm>
            <a:off x="597572" y="2735201"/>
            <a:ext cx="2851484" cy="1117816"/>
          </a:xfrm>
          <a:prstGeom prst="round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venir Book" panose="02000503020000020003" pitchFamily="2" charset="0"/>
            </a:endParaRPr>
          </a:p>
        </p:txBody>
      </p:sp>
      <p:sp>
        <p:nvSpPr>
          <p:cNvPr id="7" name="Triangle 6">
            <a:extLst>
              <a:ext uri="{FF2B5EF4-FFF2-40B4-BE49-F238E27FC236}">
                <a16:creationId xmlns:a16="http://schemas.microsoft.com/office/drawing/2014/main" id="{006E22CA-72D8-2AE5-440B-39D4B297165C}"/>
              </a:ext>
            </a:extLst>
          </p:cNvPr>
          <p:cNvSpPr/>
          <p:nvPr/>
        </p:nvSpPr>
        <p:spPr>
          <a:xfrm rot="5400000">
            <a:off x="1668381" y="2967180"/>
            <a:ext cx="709863" cy="589547"/>
          </a:xfrm>
          <a:prstGeom prst="triangle">
            <a:avLst/>
          </a:prstGeom>
          <a:solidFill>
            <a:srgbClr val="76D6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venir Book" panose="02000503020000020003" pitchFamily="2" charset="0"/>
            </a:endParaRP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EB7C4632-282F-47A4-2CF2-96155CC3019C}"/>
              </a:ext>
            </a:extLst>
          </p:cNvPr>
          <p:cNvSpPr/>
          <p:nvPr/>
        </p:nvSpPr>
        <p:spPr>
          <a:xfrm>
            <a:off x="892344" y="3660606"/>
            <a:ext cx="2851484" cy="1117816"/>
          </a:xfrm>
          <a:prstGeom prst="round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venir Book" panose="02000503020000020003" pitchFamily="2" charset="0"/>
            </a:endParaRPr>
          </a:p>
        </p:txBody>
      </p:sp>
      <p:sp>
        <p:nvSpPr>
          <p:cNvPr id="9" name="Triangle 8">
            <a:extLst>
              <a:ext uri="{FF2B5EF4-FFF2-40B4-BE49-F238E27FC236}">
                <a16:creationId xmlns:a16="http://schemas.microsoft.com/office/drawing/2014/main" id="{B5956942-AD73-5646-2756-5F4D1F481A81}"/>
              </a:ext>
            </a:extLst>
          </p:cNvPr>
          <p:cNvSpPr/>
          <p:nvPr/>
        </p:nvSpPr>
        <p:spPr>
          <a:xfrm rot="5400000">
            <a:off x="1963153" y="3892585"/>
            <a:ext cx="709863" cy="589547"/>
          </a:xfrm>
          <a:prstGeom prst="triangle">
            <a:avLst/>
          </a:prstGeom>
          <a:solidFill>
            <a:srgbClr val="76D6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venir Book" panose="02000503020000020003" pitchFamily="2" charset="0"/>
            </a:endParaRP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21BA81E8-6D49-1D31-BF4A-FEA90409ED57}"/>
              </a:ext>
            </a:extLst>
          </p:cNvPr>
          <p:cNvSpPr/>
          <p:nvPr/>
        </p:nvSpPr>
        <p:spPr>
          <a:xfrm>
            <a:off x="1187116" y="4574666"/>
            <a:ext cx="2851484" cy="1117816"/>
          </a:xfrm>
          <a:prstGeom prst="round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venir Book" panose="02000503020000020003" pitchFamily="2" charset="0"/>
            </a:endParaRPr>
          </a:p>
        </p:txBody>
      </p:sp>
      <p:sp>
        <p:nvSpPr>
          <p:cNvPr id="11" name="Triangle 10">
            <a:extLst>
              <a:ext uri="{FF2B5EF4-FFF2-40B4-BE49-F238E27FC236}">
                <a16:creationId xmlns:a16="http://schemas.microsoft.com/office/drawing/2014/main" id="{DA3EA770-3B2F-115A-0964-EE1CE1C5FF9D}"/>
              </a:ext>
            </a:extLst>
          </p:cNvPr>
          <p:cNvSpPr/>
          <p:nvPr/>
        </p:nvSpPr>
        <p:spPr>
          <a:xfrm rot="5400000">
            <a:off x="2257925" y="4806645"/>
            <a:ext cx="709863" cy="589547"/>
          </a:xfrm>
          <a:prstGeom prst="triangle">
            <a:avLst/>
          </a:prstGeom>
          <a:solidFill>
            <a:srgbClr val="76D6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venir Book" panose="02000503020000020003" pitchFamily="2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2104860-9751-650D-3954-AFA505D9531A}"/>
              </a:ext>
            </a:extLst>
          </p:cNvPr>
          <p:cNvSpPr txBox="1"/>
          <p:nvPr/>
        </p:nvSpPr>
        <p:spPr>
          <a:xfrm>
            <a:off x="2049377" y="2209466"/>
            <a:ext cx="91440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lang="en-US" sz="1600" dirty="0">
                <a:solidFill>
                  <a:srgbClr val="000000"/>
                </a:solidFill>
                <a:latin typeface="Avenir Book" panose="02000503020000020003" pitchFamily="2" charset="0"/>
              </a:rPr>
              <a:t>BMW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72A689D-83FA-C0F5-1D6C-29815F921164}"/>
              </a:ext>
            </a:extLst>
          </p:cNvPr>
          <p:cNvSpPr txBox="1"/>
          <p:nvPr/>
        </p:nvSpPr>
        <p:spPr>
          <a:xfrm>
            <a:off x="2318086" y="3097193"/>
            <a:ext cx="91440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lang="en-US" sz="1600" dirty="0">
                <a:solidFill>
                  <a:srgbClr val="000000"/>
                </a:solidFill>
                <a:latin typeface="Avenir Book" panose="02000503020000020003" pitchFamily="2" charset="0"/>
              </a:rPr>
              <a:t>Tata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9AAAB8F-15A7-23D6-73E3-2CADF6CD5310}"/>
              </a:ext>
            </a:extLst>
          </p:cNvPr>
          <p:cNvSpPr txBox="1"/>
          <p:nvPr/>
        </p:nvSpPr>
        <p:spPr>
          <a:xfrm>
            <a:off x="2612855" y="4015758"/>
            <a:ext cx="91440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lang="en-US" sz="1600" dirty="0">
                <a:solidFill>
                  <a:srgbClr val="000000"/>
                </a:solidFill>
                <a:latin typeface="Avenir Book" panose="02000503020000020003" pitchFamily="2" charset="0"/>
              </a:rPr>
              <a:t>Audi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A29C013-9866-BD37-9EDC-059A665CA9A1}"/>
              </a:ext>
            </a:extLst>
          </p:cNvPr>
          <p:cNvSpPr txBox="1"/>
          <p:nvPr/>
        </p:nvSpPr>
        <p:spPr>
          <a:xfrm>
            <a:off x="2883566" y="4933498"/>
            <a:ext cx="91440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lang="en-US" sz="1600" dirty="0">
                <a:solidFill>
                  <a:srgbClr val="000000"/>
                </a:solidFill>
                <a:latin typeface="Avenir Book" panose="02000503020000020003" pitchFamily="2" charset="0"/>
              </a:rPr>
              <a:t>Merc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0629A3BE-FFC2-6386-DA6D-F7233277EF1E}"/>
              </a:ext>
            </a:extLst>
          </p:cNvPr>
          <p:cNvSpPr/>
          <p:nvPr/>
        </p:nvSpPr>
        <p:spPr>
          <a:xfrm>
            <a:off x="7698616" y="2123973"/>
            <a:ext cx="4114800" cy="3370603"/>
          </a:xfrm>
          <a:prstGeom prst="round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dirty="0">
                <a:solidFill>
                  <a:srgbClr val="000000"/>
                </a:solidFill>
                <a:latin typeface="Avenir Book" panose="02000503020000020003" pitchFamily="2" charset="0"/>
              </a:rPr>
              <a:t>Home Screen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7FFCBDB-8DD0-B8AD-57F5-C298DC53AA92}"/>
              </a:ext>
            </a:extLst>
          </p:cNvPr>
          <p:cNvSpPr/>
          <p:nvPr/>
        </p:nvSpPr>
        <p:spPr>
          <a:xfrm>
            <a:off x="8075603" y="2805360"/>
            <a:ext cx="1528011" cy="94408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rgbClr val="000000"/>
                </a:solidFill>
                <a:latin typeface="Avenir Book" panose="02000503020000020003" pitchFamily="2" charset="0"/>
              </a:rPr>
              <a:t>Mahindra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9136321-D65A-7573-82A4-5D47DA2E7AF9}"/>
              </a:ext>
            </a:extLst>
          </p:cNvPr>
          <p:cNvSpPr/>
          <p:nvPr/>
        </p:nvSpPr>
        <p:spPr>
          <a:xfrm>
            <a:off x="9872320" y="2805360"/>
            <a:ext cx="1528011" cy="94408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rgbClr val="000000"/>
                </a:solidFill>
                <a:latin typeface="Avenir Book" panose="02000503020000020003" pitchFamily="2" charset="0"/>
              </a:rPr>
              <a:t>Skoda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3AFD557-4D93-F95C-5065-820B1C7956E2}"/>
              </a:ext>
            </a:extLst>
          </p:cNvPr>
          <p:cNvSpPr/>
          <p:nvPr/>
        </p:nvSpPr>
        <p:spPr>
          <a:xfrm>
            <a:off x="8075602" y="4054146"/>
            <a:ext cx="1528011" cy="94408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rgbClr val="000000"/>
                </a:solidFill>
                <a:latin typeface="Avenir Book" panose="02000503020000020003" pitchFamily="2" charset="0"/>
              </a:rPr>
              <a:t>VW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DDE0BDB-E16C-1B68-73D4-444433231A4E}"/>
              </a:ext>
            </a:extLst>
          </p:cNvPr>
          <p:cNvSpPr/>
          <p:nvPr/>
        </p:nvSpPr>
        <p:spPr>
          <a:xfrm>
            <a:off x="9872320" y="4054146"/>
            <a:ext cx="1528011" cy="94408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>
                <a:solidFill>
                  <a:srgbClr val="000000"/>
                </a:solidFill>
                <a:latin typeface="Avenir Book" panose="02000503020000020003" pitchFamily="2" charset="0"/>
              </a:rPr>
              <a:t>Ferrari</a:t>
            </a:r>
            <a:endParaRPr lang="en-US" sz="1600" dirty="0">
              <a:solidFill>
                <a:srgbClr val="000000"/>
              </a:solidFill>
              <a:latin typeface="Avenir Book" panose="02000503020000020003" pitchFamily="2" charset="0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4C83035-AF41-CFDD-EEB1-20CA36D3DB15}"/>
              </a:ext>
            </a:extLst>
          </p:cNvPr>
          <p:cNvSpPr/>
          <p:nvPr/>
        </p:nvSpPr>
        <p:spPr>
          <a:xfrm>
            <a:off x="4611911" y="3660605"/>
            <a:ext cx="1888958" cy="672707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latin typeface="Avenir Book" panose="02000503020000020003" pitchFamily="2" charset="0"/>
              </a:rPr>
              <a:t>Recommendation Engine</a:t>
            </a:r>
          </a:p>
        </p:txBody>
      </p:sp>
      <p:cxnSp>
        <p:nvCxnSpPr>
          <p:cNvPr id="24" name="Curved Connector 23">
            <a:extLst>
              <a:ext uri="{FF2B5EF4-FFF2-40B4-BE49-F238E27FC236}">
                <a16:creationId xmlns:a16="http://schemas.microsoft.com/office/drawing/2014/main" id="{5E7FB499-3B09-E099-5CEB-2DC4643E8821}"/>
              </a:ext>
            </a:extLst>
          </p:cNvPr>
          <p:cNvCxnSpPr>
            <a:cxnSpLocks/>
            <a:stCxn id="10" idx="3"/>
            <a:endCxn id="22" idx="2"/>
          </p:cNvCxnSpPr>
          <p:nvPr/>
        </p:nvCxnSpPr>
        <p:spPr>
          <a:xfrm flipV="1">
            <a:off x="4038600" y="4333312"/>
            <a:ext cx="1517790" cy="800262"/>
          </a:xfrm>
          <a:prstGeom prst="curvedConnector2">
            <a:avLst/>
          </a:prstGeom>
          <a:ln w="19050">
            <a:headEnd type="non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7CFBF953-2C05-ADCC-434D-526CECE4DDB1}"/>
              </a:ext>
            </a:extLst>
          </p:cNvPr>
          <p:cNvCxnSpPr>
            <a:cxnSpLocks/>
            <a:stCxn id="22" idx="3"/>
          </p:cNvCxnSpPr>
          <p:nvPr/>
        </p:nvCxnSpPr>
        <p:spPr>
          <a:xfrm>
            <a:off x="6500869" y="3996959"/>
            <a:ext cx="1197747" cy="0"/>
          </a:xfrm>
          <a:prstGeom prst="straightConnector1">
            <a:avLst/>
          </a:prstGeom>
          <a:ln w="19050">
            <a:solidFill>
              <a:srgbClr val="00000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ectangle 28">
            <a:extLst>
              <a:ext uri="{FF2B5EF4-FFF2-40B4-BE49-F238E27FC236}">
                <a16:creationId xmlns:a16="http://schemas.microsoft.com/office/drawing/2014/main" id="{522ECAF7-80B7-5415-3AE0-D68D7AC090B7}"/>
              </a:ext>
            </a:extLst>
          </p:cNvPr>
          <p:cNvSpPr/>
          <p:nvPr/>
        </p:nvSpPr>
        <p:spPr>
          <a:xfrm>
            <a:off x="4001008" y="2836785"/>
            <a:ext cx="1485704" cy="5045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rgbClr val="000000"/>
                </a:solidFill>
                <a:latin typeface="Avenir Book" panose="02000503020000020003" pitchFamily="2" charset="0"/>
              </a:rPr>
              <a:t>ML Model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DB02D2FF-860F-EC41-8212-D4E3F497CE80}"/>
              </a:ext>
            </a:extLst>
          </p:cNvPr>
          <p:cNvSpPr/>
          <p:nvPr/>
        </p:nvSpPr>
        <p:spPr>
          <a:xfrm>
            <a:off x="5658552" y="2836786"/>
            <a:ext cx="1485705" cy="50454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rgbClr val="000000"/>
                </a:solidFill>
                <a:latin typeface="Avenir Book" panose="02000503020000020003" pitchFamily="2" charset="0"/>
              </a:rPr>
              <a:t>Rules Based</a:t>
            </a:r>
          </a:p>
        </p:txBody>
      </p:sp>
    </p:spTree>
    <p:extLst>
      <p:ext uri="{BB962C8B-B14F-4D97-AF65-F5344CB8AC3E}">
        <p14:creationId xmlns:p14="http://schemas.microsoft.com/office/powerpoint/2010/main" val="2767518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011A72E-E574-275C-353B-226A8B7A98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D92877-E789-5249-6D63-697E51616E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005416" y="6372761"/>
            <a:ext cx="1953567" cy="365125"/>
          </a:xfrm>
        </p:spPr>
        <p:txBody>
          <a:bodyPr/>
          <a:lstStyle/>
          <a:p>
            <a:r>
              <a:rPr lang="en-US" sz="1600" dirty="0">
                <a:solidFill>
                  <a:srgbClr val="000000"/>
                </a:solidFill>
              </a:rPr>
              <a:t>www.3aayaam.in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F4CDA6-DD94-2C0A-37DF-7459A970C4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D26CE1F-4A67-48B1-C9F9-396A924A12BB}"/>
              </a:ext>
            </a:extLst>
          </p:cNvPr>
          <p:cNvSpPr txBox="1">
            <a:spLocks/>
          </p:cNvSpPr>
          <p:nvPr/>
        </p:nvSpPr>
        <p:spPr>
          <a:xfrm>
            <a:off x="323890" y="136525"/>
            <a:ext cx="11489526" cy="112567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5000" lnSpcReduction="10000"/>
          </a:bodyPr>
          <a:lstStyle>
            <a:defPPr>
              <a:defRPr lang="en-US"/>
            </a:defPPr>
            <a:lvl1pPr>
              <a:lnSpc>
                <a:spcPct val="100000"/>
              </a:lnSpc>
              <a:spcBef>
                <a:spcPct val="0"/>
              </a:spcBef>
              <a:buNone/>
              <a:defRPr sz="6000" b="1">
                <a:gradFill>
                  <a:gsLst>
                    <a:gs pos="0">
                      <a:srgbClr val="FF7E79"/>
                    </a:gs>
                    <a:gs pos="100000">
                      <a:srgbClr val="00FB92"/>
                    </a:gs>
                  </a:gsLst>
                  <a:lin ang="13800000" scaled="0"/>
                </a:gradFill>
                <a:latin typeface="Avenir Book" panose="02000503020000020003" pitchFamily="2" charset="0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rgbClr val="0096FF"/>
                </a:solidFill>
              </a:rPr>
              <a:t>How Recommendation Engine works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6611AF2-4D50-A3B5-81DF-2D256082E470}"/>
              </a:ext>
            </a:extLst>
          </p:cNvPr>
          <p:cNvSpPr txBox="1"/>
          <p:nvPr/>
        </p:nvSpPr>
        <p:spPr>
          <a:xfrm>
            <a:off x="323889" y="1262199"/>
            <a:ext cx="11489527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0000"/>
                </a:solidFill>
                <a:latin typeface="Avenir Book" panose="02000503020000020003" pitchFamily="2" charset="0"/>
              </a:rPr>
              <a:t>Clicks, URLs, Metadata (Clickstream data) are captured and analyzed.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0000"/>
                </a:solidFill>
                <a:latin typeface="Avenir Book" panose="02000503020000020003" pitchFamily="2" charset="0"/>
              </a:rPr>
              <a:t>Near real-time analytics and historical analytics.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E2C748F-A835-29B2-B63A-510977D1ED72}"/>
              </a:ext>
            </a:extLst>
          </p:cNvPr>
          <p:cNvSpPr/>
          <p:nvPr/>
        </p:nvSpPr>
        <p:spPr>
          <a:xfrm>
            <a:off x="378584" y="2580919"/>
            <a:ext cx="2093494" cy="566636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latin typeface="Avenir Book" panose="02000503020000020003" pitchFamily="2" charset="0"/>
              </a:rPr>
              <a:t>Clickstream Data</a:t>
            </a:r>
          </a:p>
        </p:txBody>
      </p:sp>
      <p:sp>
        <p:nvSpPr>
          <p:cNvPr id="8" name="Can 7">
            <a:extLst>
              <a:ext uri="{FF2B5EF4-FFF2-40B4-BE49-F238E27FC236}">
                <a16:creationId xmlns:a16="http://schemas.microsoft.com/office/drawing/2014/main" id="{2F0164B7-21BE-7C84-3899-256E3CC6EA2D}"/>
              </a:ext>
            </a:extLst>
          </p:cNvPr>
          <p:cNvSpPr/>
          <p:nvPr/>
        </p:nvSpPr>
        <p:spPr>
          <a:xfrm>
            <a:off x="2971801" y="5165224"/>
            <a:ext cx="1419726" cy="1191126"/>
          </a:xfrm>
          <a:prstGeom prst="can">
            <a:avLst>
              <a:gd name="adj" fmla="val 41162"/>
            </a:avLst>
          </a:prstGeom>
          <a:solidFill>
            <a:srgbClr val="76D6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rgbClr val="000000"/>
                </a:solidFill>
                <a:latin typeface="Avenir Book" panose="02000503020000020003" pitchFamily="2" charset="0"/>
              </a:rPr>
              <a:t>Content</a:t>
            </a:r>
          </a:p>
        </p:txBody>
      </p:sp>
      <p:sp>
        <p:nvSpPr>
          <p:cNvPr id="16" name="Can 15">
            <a:extLst>
              <a:ext uri="{FF2B5EF4-FFF2-40B4-BE49-F238E27FC236}">
                <a16:creationId xmlns:a16="http://schemas.microsoft.com/office/drawing/2014/main" id="{8D76A65B-E192-336B-5B01-7D0748CCD9B4}"/>
              </a:ext>
            </a:extLst>
          </p:cNvPr>
          <p:cNvSpPr/>
          <p:nvPr/>
        </p:nvSpPr>
        <p:spPr>
          <a:xfrm>
            <a:off x="4772526" y="5165224"/>
            <a:ext cx="1419726" cy="1191126"/>
          </a:xfrm>
          <a:prstGeom prst="can">
            <a:avLst>
              <a:gd name="adj" fmla="val 41162"/>
            </a:avLst>
          </a:prstGeom>
          <a:solidFill>
            <a:srgbClr val="76D6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rgbClr val="000000"/>
                </a:solidFill>
                <a:latin typeface="Avenir Book" panose="02000503020000020003" pitchFamily="2" charset="0"/>
              </a:rPr>
              <a:t>Customer</a:t>
            </a:r>
          </a:p>
        </p:txBody>
      </p:sp>
      <p:sp>
        <p:nvSpPr>
          <p:cNvPr id="17" name="Can 16">
            <a:extLst>
              <a:ext uri="{FF2B5EF4-FFF2-40B4-BE49-F238E27FC236}">
                <a16:creationId xmlns:a16="http://schemas.microsoft.com/office/drawing/2014/main" id="{47856C44-B1D9-B806-E92B-2D576990E501}"/>
              </a:ext>
            </a:extLst>
          </p:cNvPr>
          <p:cNvSpPr/>
          <p:nvPr/>
        </p:nvSpPr>
        <p:spPr>
          <a:xfrm>
            <a:off x="6573251" y="5165224"/>
            <a:ext cx="1419726" cy="1191126"/>
          </a:xfrm>
          <a:prstGeom prst="can">
            <a:avLst>
              <a:gd name="adj" fmla="val 41162"/>
            </a:avLst>
          </a:prstGeom>
          <a:solidFill>
            <a:srgbClr val="76D6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rgbClr val="000000"/>
                </a:solidFill>
                <a:latin typeface="Avenir Book" panose="02000503020000020003" pitchFamily="2" charset="0"/>
              </a:rPr>
              <a:t>User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2BCC0A6-089B-4E6A-B881-AC53BDD99802}"/>
              </a:ext>
            </a:extLst>
          </p:cNvPr>
          <p:cNvSpPr/>
          <p:nvPr/>
        </p:nvSpPr>
        <p:spPr>
          <a:xfrm>
            <a:off x="4630152" y="2580919"/>
            <a:ext cx="1698470" cy="566636"/>
          </a:xfrm>
          <a:prstGeom prst="rect">
            <a:avLst/>
          </a:prstGeom>
          <a:solidFill>
            <a:srgbClr val="76D6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>
                <a:solidFill>
                  <a:srgbClr val="000000"/>
                </a:solidFill>
                <a:latin typeface="Avenir Book" panose="02000503020000020003" pitchFamily="2" charset="0"/>
              </a:rPr>
              <a:t>Kafka Topic</a:t>
            </a:r>
            <a:endParaRPr lang="en-US" sz="1600" dirty="0">
              <a:solidFill>
                <a:srgbClr val="000000"/>
              </a:solidFill>
              <a:latin typeface="Avenir Book" panose="02000503020000020003" pitchFamily="2" charset="0"/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959A5F57-9A24-6576-9BB5-01AB6C2718A6}"/>
              </a:ext>
            </a:extLst>
          </p:cNvPr>
          <p:cNvSpPr/>
          <p:nvPr/>
        </p:nvSpPr>
        <p:spPr>
          <a:xfrm>
            <a:off x="4630152" y="3831536"/>
            <a:ext cx="1704473" cy="649706"/>
          </a:xfrm>
          <a:prstGeom prst="roundRect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>
                <a:solidFill>
                  <a:srgbClr val="000000"/>
                </a:solidFill>
                <a:latin typeface="Avenir Book" panose="02000503020000020003" pitchFamily="2" charset="0"/>
              </a:rPr>
              <a:t>PySpark</a:t>
            </a:r>
            <a:endParaRPr lang="en-US" sz="1600" dirty="0">
              <a:solidFill>
                <a:srgbClr val="000000"/>
              </a:solidFill>
              <a:latin typeface="Avenir Book" panose="02000503020000020003" pitchFamily="2" charset="0"/>
            </a:endParaRP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83084C47-87DD-C0AA-53E8-3A655836D50D}"/>
              </a:ext>
            </a:extLst>
          </p:cNvPr>
          <p:cNvCxnSpPr>
            <a:cxnSpLocks/>
            <a:stCxn id="7" idx="3"/>
            <a:endCxn id="18" idx="1"/>
          </p:cNvCxnSpPr>
          <p:nvPr/>
        </p:nvCxnSpPr>
        <p:spPr>
          <a:xfrm>
            <a:off x="2472078" y="2864237"/>
            <a:ext cx="2158074" cy="0"/>
          </a:xfrm>
          <a:prstGeom prst="straightConnector1">
            <a:avLst/>
          </a:prstGeom>
          <a:ln w="19050">
            <a:solidFill>
              <a:srgbClr val="00000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1533C5A9-1BB9-E56D-AF6D-379569B7779E}"/>
              </a:ext>
            </a:extLst>
          </p:cNvPr>
          <p:cNvCxnSpPr>
            <a:cxnSpLocks/>
            <a:stCxn id="18" idx="2"/>
            <a:endCxn id="19" idx="0"/>
          </p:cNvCxnSpPr>
          <p:nvPr/>
        </p:nvCxnSpPr>
        <p:spPr>
          <a:xfrm>
            <a:off x="5479387" y="3147555"/>
            <a:ext cx="3002" cy="683981"/>
          </a:xfrm>
          <a:prstGeom prst="straightConnector1">
            <a:avLst/>
          </a:prstGeom>
          <a:ln w="19050">
            <a:solidFill>
              <a:srgbClr val="00000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64FB6406-5FA6-50FF-36A7-686D48645703}"/>
              </a:ext>
            </a:extLst>
          </p:cNvPr>
          <p:cNvCxnSpPr>
            <a:cxnSpLocks/>
            <a:stCxn id="8" idx="1"/>
          </p:cNvCxnSpPr>
          <p:nvPr/>
        </p:nvCxnSpPr>
        <p:spPr>
          <a:xfrm flipV="1">
            <a:off x="3681664" y="4466275"/>
            <a:ext cx="948487" cy="698949"/>
          </a:xfrm>
          <a:prstGeom prst="straightConnector1">
            <a:avLst/>
          </a:prstGeom>
          <a:ln w="19050">
            <a:solidFill>
              <a:srgbClr val="00000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CEFF7608-BB0C-6AD2-969C-A0F30992BF9D}"/>
              </a:ext>
            </a:extLst>
          </p:cNvPr>
          <p:cNvCxnSpPr>
            <a:cxnSpLocks/>
            <a:stCxn id="16" idx="1"/>
            <a:endCxn id="19" idx="2"/>
          </p:cNvCxnSpPr>
          <p:nvPr/>
        </p:nvCxnSpPr>
        <p:spPr>
          <a:xfrm flipV="1">
            <a:off x="5482389" y="4481242"/>
            <a:ext cx="0" cy="683982"/>
          </a:xfrm>
          <a:prstGeom prst="straightConnector1">
            <a:avLst/>
          </a:prstGeom>
          <a:ln w="19050">
            <a:solidFill>
              <a:srgbClr val="00000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1DC7F552-8B56-9CC4-C53B-2AE8D127DBAD}"/>
              </a:ext>
            </a:extLst>
          </p:cNvPr>
          <p:cNvCxnSpPr>
            <a:cxnSpLocks/>
            <a:stCxn id="17" idx="1"/>
          </p:cNvCxnSpPr>
          <p:nvPr/>
        </p:nvCxnSpPr>
        <p:spPr>
          <a:xfrm flipH="1" flipV="1">
            <a:off x="6328622" y="4481242"/>
            <a:ext cx="954492" cy="683982"/>
          </a:xfrm>
          <a:prstGeom prst="straightConnector1">
            <a:avLst/>
          </a:prstGeom>
          <a:ln w="19050">
            <a:solidFill>
              <a:srgbClr val="00000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Rectangle 38">
            <a:extLst>
              <a:ext uri="{FF2B5EF4-FFF2-40B4-BE49-F238E27FC236}">
                <a16:creationId xmlns:a16="http://schemas.microsoft.com/office/drawing/2014/main" id="{411D6109-4723-D425-811A-259493CA76FC}"/>
              </a:ext>
            </a:extLst>
          </p:cNvPr>
          <p:cNvSpPr/>
          <p:nvPr/>
        </p:nvSpPr>
        <p:spPr>
          <a:xfrm>
            <a:off x="8033093" y="2668759"/>
            <a:ext cx="2061401" cy="92571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rgbClr val="000000"/>
                </a:solidFill>
                <a:latin typeface="Avenir Book" panose="02000503020000020003" pitchFamily="2" charset="0"/>
              </a:rPr>
              <a:t>Near real-time recommendation engine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F2A70859-C429-DF60-0F9C-8E7E713512CB}"/>
              </a:ext>
            </a:extLst>
          </p:cNvPr>
          <p:cNvSpPr/>
          <p:nvPr/>
        </p:nvSpPr>
        <p:spPr>
          <a:xfrm>
            <a:off x="8033094" y="4040235"/>
            <a:ext cx="2061400" cy="94489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rgbClr val="000000"/>
                </a:solidFill>
                <a:latin typeface="Avenir Book" panose="02000503020000020003" pitchFamily="2" charset="0"/>
              </a:rPr>
              <a:t>Historical recommendation engine</a:t>
            </a:r>
          </a:p>
        </p:txBody>
      </p:sp>
      <p:cxnSp>
        <p:nvCxnSpPr>
          <p:cNvPr id="50" name="Elbow Connector 49">
            <a:extLst>
              <a:ext uri="{FF2B5EF4-FFF2-40B4-BE49-F238E27FC236}">
                <a16:creationId xmlns:a16="http://schemas.microsoft.com/office/drawing/2014/main" id="{D373295E-47BB-ABCE-75F8-C9775A87E3A8}"/>
              </a:ext>
            </a:extLst>
          </p:cNvPr>
          <p:cNvCxnSpPr>
            <a:cxnSpLocks/>
            <a:endCxn id="39" idx="1"/>
          </p:cNvCxnSpPr>
          <p:nvPr/>
        </p:nvCxnSpPr>
        <p:spPr>
          <a:xfrm flipV="1">
            <a:off x="6334625" y="3131616"/>
            <a:ext cx="1698468" cy="908619"/>
          </a:xfrm>
          <a:prstGeom prst="bentConnector3">
            <a:avLst/>
          </a:prstGeom>
          <a:ln w="19050">
            <a:solidFill>
              <a:srgbClr val="00000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Elbow Connector 53">
            <a:extLst>
              <a:ext uri="{FF2B5EF4-FFF2-40B4-BE49-F238E27FC236}">
                <a16:creationId xmlns:a16="http://schemas.microsoft.com/office/drawing/2014/main" id="{F95C6CDA-B62C-0955-3157-6405946DDD90}"/>
              </a:ext>
            </a:extLst>
          </p:cNvPr>
          <p:cNvCxnSpPr>
            <a:cxnSpLocks/>
            <a:stCxn id="19" idx="3"/>
            <a:endCxn id="40" idx="1"/>
          </p:cNvCxnSpPr>
          <p:nvPr/>
        </p:nvCxnSpPr>
        <p:spPr>
          <a:xfrm>
            <a:off x="6334625" y="4156389"/>
            <a:ext cx="1698469" cy="356295"/>
          </a:xfrm>
          <a:prstGeom prst="bentConnector3">
            <a:avLst/>
          </a:prstGeom>
          <a:ln w="19050">
            <a:solidFill>
              <a:srgbClr val="00000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524317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7450521-A012-F463-4AFF-BA3CE44654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35F9D3-4355-A2D0-F05F-437734DD97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47334" y="6455509"/>
            <a:ext cx="2154534" cy="365125"/>
          </a:xfrm>
        </p:spPr>
        <p:txBody>
          <a:bodyPr/>
          <a:lstStyle/>
          <a:p>
            <a:r>
              <a:rPr lang="en-US" sz="1600" dirty="0">
                <a:solidFill>
                  <a:srgbClr val="000000"/>
                </a:solidFill>
              </a:rPr>
              <a:t>www.3aayaam.in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EF3B39-4F6F-A15E-7ED5-5F61C576B8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37C3D38-1CD5-E5D9-C75E-8DC71B5C2048}"/>
              </a:ext>
            </a:extLst>
          </p:cNvPr>
          <p:cNvSpPr/>
          <p:nvPr/>
        </p:nvSpPr>
        <p:spPr>
          <a:xfrm>
            <a:off x="430549" y="1219398"/>
            <a:ext cx="2471545" cy="190881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u="sng" dirty="0">
                <a:solidFill>
                  <a:srgbClr val="000000"/>
                </a:solidFill>
                <a:latin typeface="Avenir Book" panose="02000503020000020003" pitchFamily="2" charset="0"/>
              </a:rPr>
              <a:t>user</a:t>
            </a:r>
            <a:endParaRPr lang="en-US" u="sng" dirty="0">
              <a:solidFill>
                <a:srgbClr val="000000"/>
              </a:solidFill>
              <a:latin typeface="Avenir Book" panose="02000503020000020003" pitchFamily="2" charset="0"/>
            </a:endParaRPr>
          </a:p>
          <a:p>
            <a:r>
              <a:rPr lang="en-IN" sz="1400" dirty="0" err="1">
                <a:solidFill>
                  <a:srgbClr val="000000"/>
                </a:solidFill>
                <a:latin typeface="Avenir Book" panose="02000503020000020003" pitchFamily="2" charset="0"/>
              </a:rPr>
              <a:t>user_id</a:t>
            </a:r>
            <a:endParaRPr lang="en-IN" sz="1400" dirty="0">
              <a:solidFill>
                <a:srgbClr val="000000"/>
              </a:solidFill>
              <a:latin typeface="Avenir Book" panose="02000503020000020003" pitchFamily="2" charset="0"/>
            </a:endParaRPr>
          </a:p>
          <a:p>
            <a:r>
              <a:rPr lang="en-IN" sz="1400" dirty="0" err="1">
                <a:solidFill>
                  <a:srgbClr val="000000"/>
                </a:solidFill>
                <a:latin typeface="Avenir Book" panose="02000503020000020003" pitchFamily="2" charset="0"/>
              </a:rPr>
              <a:t>join_date</a:t>
            </a:r>
            <a:endParaRPr lang="en-IN" sz="1400" dirty="0">
              <a:solidFill>
                <a:srgbClr val="000000"/>
              </a:solidFill>
              <a:latin typeface="Avenir Book" panose="02000503020000020003" pitchFamily="2" charset="0"/>
            </a:endParaRPr>
          </a:p>
          <a:p>
            <a:r>
              <a:rPr lang="en-IN" sz="1400" dirty="0" err="1">
                <a:solidFill>
                  <a:srgbClr val="000000"/>
                </a:solidFill>
                <a:latin typeface="Avenir Book" panose="02000503020000020003" pitchFamily="2" charset="0"/>
              </a:rPr>
              <a:t>current_plan</a:t>
            </a:r>
            <a:endParaRPr lang="en-IN" sz="1400" dirty="0">
              <a:solidFill>
                <a:srgbClr val="000000"/>
              </a:solidFill>
              <a:latin typeface="Avenir Book" panose="02000503020000020003" pitchFamily="2" charset="0"/>
            </a:endParaRPr>
          </a:p>
          <a:p>
            <a:r>
              <a:rPr lang="en-IN" sz="1400" dirty="0" err="1">
                <a:solidFill>
                  <a:srgbClr val="000000"/>
                </a:solidFill>
                <a:latin typeface="Avenir Book" panose="02000503020000020003" pitchFamily="2" charset="0"/>
              </a:rPr>
              <a:t>is_active</a:t>
            </a:r>
            <a:endParaRPr lang="en-IN" sz="1400" dirty="0">
              <a:solidFill>
                <a:srgbClr val="000000"/>
              </a:solidFill>
              <a:latin typeface="Avenir Book" panose="02000503020000020003" pitchFamily="2" charset="0"/>
            </a:endParaRPr>
          </a:p>
          <a:p>
            <a:r>
              <a:rPr lang="en-IN" sz="1400" dirty="0" err="1">
                <a:solidFill>
                  <a:srgbClr val="000000"/>
                </a:solidFill>
                <a:latin typeface="Avenir Book" panose="02000503020000020003" pitchFamily="2" charset="0"/>
              </a:rPr>
              <a:t>age_limit</a:t>
            </a:r>
            <a:endParaRPr lang="en-IN" sz="1400" dirty="0">
              <a:solidFill>
                <a:srgbClr val="000000"/>
              </a:solidFill>
              <a:latin typeface="Avenir Book" panose="02000503020000020003" pitchFamily="2" charset="0"/>
            </a:endParaRPr>
          </a:p>
          <a:p>
            <a:r>
              <a:rPr lang="en-IN" sz="1400" dirty="0" err="1">
                <a:solidFill>
                  <a:srgbClr val="000000"/>
                </a:solidFill>
                <a:latin typeface="Avenir Book" panose="02000503020000020003" pitchFamily="2" charset="0"/>
              </a:rPr>
              <a:t>user_country</a:t>
            </a:r>
            <a:endParaRPr lang="en-IN" sz="1400" dirty="0">
              <a:solidFill>
                <a:srgbClr val="000000"/>
              </a:solidFill>
              <a:latin typeface="Avenir Book" panose="02000503020000020003" pitchFamily="2" charset="0"/>
            </a:endParaRPr>
          </a:p>
          <a:p>
            <a:r>
              <a:rPr lang="en-IN" sz="1400" dirty="0" err="1">
                <a:solidFill>
                  <a:srgbClr val="000000"/>
                </a:solidFill>
                <a:latin typeface="Avenir Book" panose="02000503020000020003" pitchFamily="2" charset="0"/>
              </a:rPr>
              <a:t>user_city</a:t>
            </a:r>
            <a:endParaRPr lang="en-IN" sz="1400" dirty="0">
              <a:solidFill>
                <a:srgbClr val="000000"/>
              </a:solidFill>
              <a:latin typeface="Avenir Book" panose="02000503020000020003" pitchFamily="2" charset="0"/>
            </a:endParaRPr>
          </a:p>
        </p:txBody>
      </p:sp>
      <p:sp>
        <p:nvSpPr>
          <p:cNvPr id="10" name="Right Arrow 9">
            <a:extLst>
              <a:ext uri="{FF2B5EF4-FFF2-40B4-BE49-F238E27FC236}">
                <a16:creationId xmlns:a16="http://schemas.microsoft.com/office/drawing/2014/main" id="{D6F7E6B3-6403-ABFB-95B6-B933DC367B29}"/>
              </a:ext>
            </a:extLst>
          </p:cNvPr>
          <p:cNvSpPr/>
          <p:nvPr/>
        </p:nvSpPr>
        <p:spPr>
          <a:xfrm rot="5400000">
            <a:off x="4831456" y="4273854"/>
            <a:ext cx="830239" cy="479647"/>
          </a:xfrm>
          <a:prstGeom prst="rightArrow">
            <a:avLst>
              <a:gd name="adj1" fmla="val 50000"/>
              <a:gd name="adj2" fmla="val 76451"/>
            </a:avLst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venir Book" panose="02000503020000020003" pitchFamily="2" charset="0"/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97D6A334-9626-1BCC-9B9F-AE6CA43C7A9A}"/>
              </a:ext>
            </a:extLst>
          </p:cNvPr>
          <p:cNvSpPr txBox="1">
            <a:spLocks/>
          </p:cNvSpPr>
          <p:nvPr/>
        </p:nvSpPr>
        <p:spPr>
          <a:xfrm>
            <a:off x="323890" y="136525"/>
            <a:ext cx="11489526" cy="112567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en-US"/>
            </a:defPPr>
            <a:lvl1pPr>
              <a:lnSpc>
                <a:spcPct val="100000"/>
              </a:lnSpc>
              <a:spcBef>
                <a:spcPct val="0"/>
              </a:spcBef>
              <a:buNone/>
              <a:defRPr sz="6000" b="1">
                <a:gradFill>
                  <a:gsLst>
                    <a:gs pos="0">
                      <a:srgbClr val="FF7E79"/>
                    </a:gs>
                    <a:gs pos="100000">
                      <a:srgbClr val="00FB92"/>
                    </a:gs>
                  </a:gsLst>
                  <a:lin ang="13800000" scaled="0"/>
                </a:gradFill>
                <a:latin typeface="Avenir Book" panose="02000503020000020003" pitchFamily="2" charset="0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rgbClr val="0096FF"/>
                </a:solidFill>
              </a:rPr>
              <a:t>Recommendation Engine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2246036-7F9A-79DE-C52D-468F02DA1CE3}"/>
              </a:ext>
            </a:extLst>
          </p:cNvPr>
          <p:cNvSpPr/>
          <p:nvPr/>
        </p:nvSpPr>
        <p:spPr>
          <a:xfrm>
            <a:off x="430548" y="3554813"/>
            <a:ext cx="2471545" cy="274796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u="sng" dirty="0">
                <a:solidFill>
                  <a:srgbClr val="000000"/>
                </a:solidFill>
                <a:latin typeface="Avenir Book" panose="02000503020000020003" pitchFamily="2" charset="0"/>
              </a:rPr>
              <a:t>content</a:t>
            </a:r>
          </a:p>
          <a:p>
            <a:r>
              <a:rPr lang="en-IN" sz="1400" dirty="0" err="1">
                <a:solidFill>
                  <a:srgbClr val="000000"/>
                </a:solidFill>
                <a:latin typeface="Avenir Book" panose="02000503020000020003" pitchFamily="2" charset="0"/>
              </a:rPr>
              <a:t>content_id</a:t>
            </a:r>
            <a:endParaRPr lang="en-IN" sz="1400" dirty="0">
              <a:solidFill>
                <a:srgbClr val="000000"/>
              </a:solidFill>
              <a:latin typeface="Avenir Book" panose="02000503020000020003" pitchFamily="2" charset="0"/>
            </a:endParaRPr>
          </a:p>
          <a:p>
            <a:r>
              <a:rPr lang="en-IN" sz="1400" dirty="0" err="1">
                <a:solidFill>
                  <a:srgbClr val="000000"/>
                </a:solidFill>
                <a:latin typeface="Avenir Book" panose="02000503020000020003" pitchFamily="2" charset="0"/>
              </a:rPr>
              <a:t>content_type</a:t>
            </a:r>
            <a:endParaRPr lang="en-IN" sz="1400" dirty="0">
              <a:solidFill>
                <a:srgbClr val="000000"/>
              </a:solidFill>
              <a:latin typeface="Avenir Book" panose="02000503020000020003" pitchFamily="2" charset="0"/>
            </a:endParaRPr>
          </a:p>
          <a:p>
            <a:r>
              <a:rPr lang="en-IN" sz="1400" dirty="0" err="1">
                <a:solidFill>
                  <a:srgbClr val="000000"/>
                </a:solidFill>
                <a:latin typeface="Avenir Book" panose="02000503020000020003" pitchFamily="2" charset="0"/>
              </a:rPr>
              <a:t>content_title</a:t>
            </a:r>
            <a:endParaRPr lang="en-IN" sz="1400" dirty="0">
              <a:solidFill>
                <a:srgbClr val="000000"/>
              </a:solidFill>
              <a:latin typeface="Avenir Book" panose="02000503020000020003" pitchFamily="2" charset="0"/>
            </a:endParaRPr>
          </a:p>
          <a:p>
            <a:r>
              <a:rPr lang="en-IN" sz="1400" dirty="0" err="1">
                <a:solidFill>
                  <a:srgbClr val="000000"/>
                </a:solidFill>
                <a:latin typeface="Avenir Book" panose="02000503020000020003" pitchFamily="2" charset="0"/>
              </a:rPr>
              <a:t>content_director</a:t>
            </a:r>
            <a:endParaRPr lang="en-IN" sz="1400" dirty="0">
              <a:solidFill>
                <a:srgbClr val="000000"/>
              </a:solidFill>
              <a:latin typeface="Avenir Book" panose="02000503020000020003" pitchFamily="2" charset="0"/>
            </a:endParaRPr>
          </a:p>
          <a:p>
            <a:r>
              <a:rPr lang="en-IN" sz="1400" dirty="0" err="1">
                <a:solidFill>
                  <a:srgbClr val="000000"/>
                </a:solidFill>
                <a:latin typeface="Avenir Book" panose="02000503020000020003" pitchFamily="2" charset="0"/>
              </a:rPr>
              <a:t>content_country</a:t>
            </a:r>
            <a:endParaRPr lang="en-IN" sz="1400" dirty="0">
              <a:solidFill>
                <a:srgbClr val="000000"/>
              </a:solidFill>
              <a:latin typeface="Avenir Book" panose="02000503020000020003" pitchFamily="2" charset="0"/>
            </a:endParaRPr>
          </a:p>
          <a:p>
            <a:r>
              <a:rPr lang="en-IN" sz="1400" dirty="0" err="1">
                <a:solidFill>
                  <a:srgbClr val="000000"/>
                </a:solidFill>
                <a:latin typeface="Avenir Book" panose="02000503020000020003" pitchFamily="2" charset="0"/>
              </a:rPr>
              <a:t>content_added_date_in_ott</a:t>
            </a:r>
            <a:endParaRPr lang="en-IN" sz="1400" dirty="0">
              <a:solidFill>
                <a:srgbClr val="000000"/>
              </a:solidFill>
              <a:latin typeface="Avenir Book" panose="02000503020000020003" pitchFamily="2" charset="0"/>
            </a:endParaRPr>
          </a:p>
          <a:p>
            <a:r>
              <a:rPr lang="en-IN" sz="1400" dirty="0" err="1">
                <a:solidFill>
                  <a:srgbClr val="000000"/>
                </a:solidFill>
                <a:latin typeface="Avenir Book" panose="02000503020000020003" pitchFamily="2" charset="0"/>
              </a:rPr>
              <a:t>content_added_year_in_ott</a:t>
            </a:r>
            <a:endParaRPr lang="en-IN" sz="1400" dirty="0">
              <a:solidFill>
                <a:srgbClr val="000000"/>
              </a:solidFill>
              <a:latin typeface="Avenir Book" panose="02000503020000020003" pitchFamily="2" charset="0"/>
            </a:endParaRPr>
          </a:p>
          <a:p>
            <a:r>
              <a:rPr lang="en-IN" sz="1400" dirty="0" err="1">
                <a:solidFill>
                  <a:srgbClr val="000000"/>
                </a:solidFill>
                <a:latin typeface="Avenir Book" panose="02000503020000020003" pitchFamily="2" charset="0"/>
              </a:rPr>
              <a:t>content_release_year</a:t>
            </a:r>
            <a:endParaRPr lang="en-IN" sz="1400" dirty="0">
              <a:solidFill>
                <a:srgbClr val="000000"/>
              </a:solidFill>
              <a:latin typeface="Avenir Book" panose="02000503020000020003" pitchFamily="2" charset="0"/>
            </a:endParaRPr>
          </a:p>
          <a:p>
            <a:r>
              <a:rPr lang="en-IN" sz="1400" dirty="0" err="1">
                <a:solidFill>
                  <a:srgbClr val="000000"/>
                </a:solidFill>
                <a:latin typeface="Avenir Book" panose="02000503020000020003" pitchFamily="2" charset="0"/>
              </a:rPr>
              <a:t>content_duration</a:t>
            </a:r>
            <a:endParaRPr lang="en-IN" sz="1400" dirty="0">
              <a:solidFill>
                <a:srgbClr val="000000"/>
              </a:solidFill>
              <a:latin typeface="Avenir Book" panose="02000503020000020003" pitchFamily="2" charset="0"/>
            </a:endParaRPr>
          </a:p>
          <a:p>
            <a:r>
              <a:rPr lang="en-IN" sz="1400" dirty="0" err="1">
                <a:solidFill>
                  <a:srgbClr val="000000"/>
                </a:solidFill>
                <a:latin typeface="Avenir Book" panose="02000503020000020003" pitchFamily="2" charset="0"/>
              </a:rPr>
              <a:t>content_genre</a:t>
            </a:r>
            <a:endParaRPr lang="en-IN" sz="1400" dirty="0">
              <a:solidFill>
                <a:srgbClr val="000000"/>
              </a:solidFill>
              <a:latin typeface="Avenir Book" panose="02000503020000020003" pitchFamily="2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42B77EE-DB32-79DF-2F2B-45A2E225429B}"/>
              </a:ext>
            </a:extLst>
          </p:cNvPr>
          <p:cNvSpPr/>
          <p:nvPr/>
        </p:nvSpPr>
        <p:spPr>
          <a:xfrm>
            <a:off x="7507805" y="1193582"/>
            <a:ext cx="4412270" cy="545927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lang="en-US" sz="1400" u="sng" dirty="0">
                <a:solidFill>
                  <a:srgbClr val="000000"/>
                </a:solidFill>
                <a:latin typeface="Avenir Book" panose="02000503020000020003" pitchFamily="2" charset="0"/>
              </a:rPr>
              <a:t>clickstream</a:t>
            </a:r>
          </a:p>
          <a:p>
            <a:r>
              <a:rPr lang="en-IN" sz="1400" dirty="0">
                <a:solidFill>
                  <a:srgbClr val="000000"/>
                </a:solidFill>
                <a:latin typeface="Avenir Book" panose="02000503020000020003" pitchFamily="2" charset="0"/>
              </a:rPr>
              <a:t>{ </a:t>
            </a:r>
          </a:p>
          <a:p>
            <a:r>
              <a:rPr lang="en-IN" sz="1400" dirty="0">
                <a:solidFill>
                  <a:srgbClr val="000000"/>
                </a:solidFill>
                <a:latin typeface="Avenir Book" panose="02000503020000020003" pitchFamily="2" charset="0"/>
              </a:rPr>
              <a:t>  "</a:t>
            </a:r>
            <a:r>
              <a:rPr lang="en-IN" sz="1400" dirty="0" err="1">
                <a:solidFill>
                  <a:srgbClr val="000000"/>
                </a:solidFill>
                <a:latin typeface="Avenir Book" panose="02000503020000020003" pitchFamily="2" charset="0"/>
              </a:rPr>
              <a:t>event_id</a:t>
            </a:r>
            <a:r>
              <a:rPr lang="en-IN" sz="1400" dirty="0">
                <a:solidFill>
                  <a:srgbClr val="000000"/>
                </a:solidFill>
                <a:latin typeface="Avenir Book" panose="02000503020000020003" pitchFamily="2" charset="0"/>
              </a:rPr>
              <a:t>": "HA3535495618111",</a:t>
            </a:r>
          </a:p>
          <a:p>
            <a:r>
              <a:rPr lang="en-IN" sz="1400" dirty="0">
                <a:solidFill>
                  <a:srgbClr val="000000"/>
                </a:solidFill>
                <a:latin typeface="Avenir Book" panose="02000503020000020003" pitchFamily="2" charset="0"/>
              </a:rPr>
              <a:t>  "</a:t>
            </a:r>
            <a:r>
              <a:rPr lang="en-IN" sz="1400" dirty="0" err="1">
                <a:solidFill>
                  <a:srgbClr val="000000"/>
                </a:solidFill>
                <a:latin typeface="Avenir Book" panose="02000503020000020003" pitchFamily="2" charset="0"/>
              </a:rPr>
              <a:t>event_user_id</a:t>
            </a:r>
            <a:r>
              <a:rPr lang="en-IN" sz="1400" dirty="0">
                <a:solidFill>
                  <a:srgbClr val="000000"/>
                </a:solidFill>
                <a:latin typeface="Avenir Book" panose="02000503020000020003" pitchFamily="2" charset="0"/>
              </a:rPr>
              <a:t>": "80",</a:t>
            </a:r>
          </a:p>
          <a:p>
            <a:r>
              <a:rPr lang="en-IN" sz="1400" dirty="0">
                <a:solidFill>
                  <a:srgbClr val="000000"/>
                </a:solidFill>
                <a:latin typeface="Avenir Book" panose="02000503020000020003" pitchFamily="2" charset="0"/>
              </a:rPr>
              <a:t>  "</a:t>
            </a:r>
            <a:r>
              <a:rPr lang="en-IN" sz="1400" dirty="0" err="1">
                <a:solidFill>
                  <a:srgbClr val="000000"/>
                </a:solidFill>
                <a:latin typeface="Avenir Book" panose="02000503020000020003" pitchFamily="2" charset="0"/>
              </a:rPr>
              <a:t>user_event_timestamp</a:t>
            </a:r>
            <a:r>
              <a:rPr lang="en-IN" sz="1400" dirty="0">
                <a:solidFill>
                  <a:srgbClr val="000000"/>
                </a:solidFill>
                <a:latin typeface="Avenir Book" panose="02000503020000020003" pitchFamily="2" charset="0"/>
              </a:rPr>
              <a:t>": "2027-01-01 01:16:05",</a:t>
            </a:r>
          </a:p>
          <a:p>
            <a:r>
              <a:rPr lang="en-IN" sz="1400" dirty="0">
                <a:solidFill>
                  <a:srgbClr val="000000"/>
                </a:solidFill>
                <a:latin typeface="Avenir Book" panose="02000503020000020003" pitchFamily="2" charset="0"/>
              </a:rPr>
              <a:t>  "</a:t>
            </a:r>
            <a:r>
              <a:rPr lang="en-IN" sz="1400" dirty="0" err="1">
                <a:solidFill>
                  <a:srgbClr val="000000"/>
                </a:solidFill>
                <a:latin typeface="Avenir Book" panose="02000503020000020003" pitchFamily="2" charset="0"/>
              </a:rPr>
              <a:t>device_category</a:t>
            </a:r>
            <a:r>
              <a:rPr lang="en-IN" sz="1400" dirty="0">
                <a:solidFill>
                  <a:srgbClr val="000000"/>
                </a:solidFill>
                <a:latin typeface="Avenir Book" panose="02000503020000020003" pitchFamily="2" charset="0"/>
              </a:rPr>
              <a:t>": "laptop", </a:t>
            </a:r>
          </a:p>
          <a:p>
            <a:r>
              <a:rPr lang="en-IN" sz="1400" dirty="0">
                <a:solidFill>
                  <a:srgbClr val="000000"/>
                </a:solidFill>
                <a:latin typeface="Avenir Book" panose="02000503020000020003" pitchFamily="2" charset="0"/>
              </a:rPr>
              <a:t>  "</a:t>
            </a:r>
            <a:r>
              <a:rPr lang="en-IN" sz="1400" dirty="0" err="1">
                <a:solidFill>
                  <a:srgbClr val="000000"/>
                </a:solidFill>
                <a:latin typeface="Avenir Book" panose="02000503020000020003" pitchFamily="2" charset="0"/>
              </a:rPr>
              <a:t>device_os</a:t>
            </a:r>
            <a:r>
              <a:rPr lang="en-IN" sz="1400" dirty="0">
                <a:solidFill>
                  <a:srgbClr val="000000"/>
                </a:solidFill>
                <a:latin typeface="Avenir Book" panose="02000503020000020003" pitchFamily="2" charset="0"/>
              </a:rPr>
              <a:t>": "Windows", </a:t>
            </a:r>
          </a:p>
          <a:p>
            <a:r>
              <a:rPr lang="en-IN" sz="1400" dirty="0">
                <a:solidFill>
                  <a:srgbClr val="000000"/>
                </a:solidFill>
                <a:latin typeface="Avenir Book" panose="02000503020000020003" pitchFamily="2" charset="0"/>
              </a:rPr>
              <a:t>  "</a:t>
            </a:r>
            <a:r>
              <a:rPr lang="en-IN" sz="1400" dirty="0" err="1">
                <a:solidFill>
                  <a:srgbClr val="000000"/>
                </a:solidFill>
                <a:latin typeface="Avenir Book" panose="02000503020000020003" pitchFamily="2" charset="0"/>
              </a:rPr>
              <a:t>first_hit_page_url</a:t>
            </a:r>
            <a:r>
              <a:rPr lang="en-IN" sz="1400" dirty="0">
                <a:solidFill>
                  <a:srgbClr val="000000"/>
                </a:solidFill>
                <a:latin typeface="Avenir Book" panose="02000503020000020003" pitchFamily="2" charset="0"/>
              </a:rPr>
              <a:t>": "/browse", </a:t>
            </a:r>
          </a:p>
          <a:p>
            <a:r>
              <a:rPr lang="en-IN" sz="1400" dirty="0">
                <a:solidFill>
                  <a:srgbClr val="000000"/>
                </a:solidFill>
                <a:latin typeface="Avenir Book" panose="02000503020000020003" pitchFamily="2" charset="0"/>
              </a:rPr>
              <a:t>  "</a:t>
            </a:r>
            <a:r>
              <a:rPr lang="en-IN" sz="1400" dirty="0" err="1">
                <a:solidFill>
                  <a:srgbClr val="000000"/>
                </a:solidFill>
                <a:latin typeface="Avenir Book" panose="02000503020000020003" pitchFamily="2" charset="0"/>
              </a:rPr>
              <a:t>first_hit_page_duration_secs</a:t>
            </a:r>
            <a:r>
              <a:rPr lang="en-IN" sz="1400" dirty="0">
                <a:solidFill>
                  <a:srgbClr val="000000"/>
                </a:solidFill>
                <a:latin typeface="Avenir Book" panose="02000503020000020003" pitchFamily="2" charset="0"/>
              </a:rPr>
              <a:t>": "112", </a:t>
            </a:r>
          </a:p>
          <a:p>
            <a:r>
              <a:rPr lang="en-IN" sz="1400" dirty="0">
                <a:solidFill>
                  <a:srgbClr val="000000"/>
                </a:solidFill>
                <a:latin typeface="Avenir Book" panose="02000503020000020003" pitchFamily="2" charset="0"/>
              </a:rPr>
              <a:t>  "</a:t>
            </a:r>
            <a:r>
              <a:rPr lang="en-IN" sz="1400" dirty="0" err="1">
                <a:solidFill>
                  <a:srgbClr val="000000"/>
                </a:solidFill>
                <a:latin typeface="Avenir Book" panose="02000503020000020003" pitchFamily="2" charset="0"/>
              </a:rPr>
              <a:t>visit_num</a:t>
            </a:r>
            <a:r>
              <a:rPr lang="en-IN" sz="1400" dirty="0">
                <a:solidFill>
                  <a:srgbClr val="000000"/>
                </a:solidFill>
                <a:latin typeface="Avenir Book" panose="02000503020000020003" pitchFamily="2" charset="0"/>
              </a:rPr>
              <a:t>": "11", </a:t>
            </a:r>
          </a:p>
          <a:p>
            <a:r>
              <a:rPr lang="en-IN" sz="1400" dirty="0">
                <a:solidFill>
                  <a:srgbClr val="000000"/>
                </a:solidFill>
                <a:latin typeface="Avenir Book" panose="02000503020000020003" pitchFamily="2" charset="0"/>
              </a:rPr>
              <a:t>  "browser": "Opera", </a:t>
            </a:r>
          </a:p>
          <a:p>
            <a:r>
              <a:rPr lang="en-IN" sz="1400" dirty="0">
                <a:solidFill>
                  <a:srgbClr val="000000"/>
                </a:solidFill>
                <a:latin typeface="Avenir Book" panose="02000503020000020003" pitchFamily="2" charset="0"/>
              </a:rPr>
              <a:t>  "</a:t>
            </a:r>
            <a:r>
              <a:rPr lang="en-IN" sz="1400" dirty="0" err="1">
                <a:solidFill>
                  <a:srgbClr val="000000"/>
                </a:solidFill>
                <a:latin typeface="Avenir Book" panose="02000503020000020003" pitchFamily="2" charset="0"/>
              </a:rPr>
              <a:t>campaign_id</a:t>
            </a:r>
            <a:r>
              <a:rPr lang="en-IN" sz="1400" dirty="0">
                <a:solidFill>
                  <a:srgbClr val="000000"/>
                </a:solidFill>
                <a:latin typeface="Avenir Book" panose="02000503020000020003" pitchFamily="2" charset="0"/>
              </a:rPr>
              <a:t>": "1067682", </a:t>
            </a:r>
          </a:p>
          <a:p>
            <a:r>
              <a:rPr lang="en-IN" sz="1400" dirty="0">
                <a:solidFill>
                  <a:srgbClr val="000000"/>
                </a:solidFill>
                <a:latin typeface="Avenir Book" panose="02000503020000020003" pitchFamily="2" charset="0"/>
              </a:rPr>
              <a:t>  "cookies": "Unknown", </a:t>
            </a:r>
          </a:p>
          <a:p>
            <a:r>
              <a:rPr lang="en-IN" sz="1400" dirty="0">
                <a:solidFill>
                  <a:srgbClr val="000000"/>
                </a:solidFill>
                <a:latin typeface="Avenir Book" panose="02000503020000020003" pitchFamily="2" charset="0"/>
              </a:rPr>
              <a:t>  "</a:t>
            </a:r>
            <a:r>
              <a:rPr lang="en-IN" sz="1400" dirty="0" err="1">
                <a:solidFill>
                  <a:srgbClr val="000000"/>
                </a:solidFill>
                <a:latin typeface="Avenir Book" panose="02000503020000020003" pitchFamily="2" charset="0"/>
              </a:rPr>
              <a:t>click_type</a:t>
            </a:r>
            <a:r>
              <a:rPr lang="en-IN" sz="1400" dirty="0">
                <a:solidFill>
                  <a:srgbClr val="000000"/>
                </a:solidFill>
                <a:latin typeface="Avenir Book" panose="02000503020000020003" pitchFamily="2" charset="0"/>
              </a:rPr>
              <a:t>": "Back", </a:t>
            </a:r>
          </a:p>
          <a:p>
            <a:r>
              <a:rPr lang="en-IN" sz="1400" dirty="0">
                <a:solidFill>
                  <a:srgbClr val="000000"/>
                </a:solidFill>
                <a:latin typeface="Avenir Book" panose="02000503020000020003" pitchFamily="2" charset="0"/>
              </a:rPr>
              <a:t>  "</a:t>
            </a:r>
            <a:r>
              <a:rPr lang="en-IN" sz="1400" dirty="0" err="1">
                <a:solidFill>
                  <a:srgbClr val="000000"/>
                </a:solidFill>
                <a:latin typeface="Avenir Book" panose="02000503020000020003" pitchFamily="2" charset="0"/>
              </a:rPr>
              <a:t>page_url</a:t>
            </a:r>
            <a:r>
              <a:rPr lang="en-IN" sz="1400" dirty="0">
                <a:solidFill>
                  <a:srgbClr val="000000"/>
                </a:solidFill>
                <a:latin typeface="Avenir Book" panose="02000503020000020003" pitchFamily="2" charset="0"/>
              </a:rPr>
              <a:t>": "/search", </a:t>
            </a:r>
          </a:p>
          <a:p>
            <a:r>
              <a:rPr lang="en-IN" sz="1400" dirty="0">
                <a:solidFill>
                  <a:srgbClr val="000000"/>
                </a:solidFill>
                <a:latin typeface="Avenir Book" panose="02000503020000020003" pitchFamily="2" charset="0"/>
              </a:rPr>
              <a:t>  "</a:t>
            </a:r>
            <a:r>
              <a:rPr lang="en-IN" sz="1400" dirty="0" err="1">
                <a:solidFill>
                  <a:srgbClr val="000000"/>
                </a:solidFill>
                <a:latin typeface="Avenir Book" panose="02000503020000020003" pitchFamily="2" charset="0"/>
              </a:rPr>
              <a:t>search_keywords</a:t>
            </a:r>
            <a:r>
              <a:rPr lang="en-IN" sz="1400" dirty="0">
                <a:solidFill>
                  <a:srgbClr val="000000"/>
                </a:solidFill>
                <a:latin typeface="Avenir Book" panose="02000503020000020003" pitchFamily="2" charset="0"/>
              </a:rPr>
              <a:t>": "", </a:t>
            </a:r>
          </a:p>
          <a:p>
            <a:r>
              <a:rPr lang="en-IN" sz="1400" dirty="0">
                <a:solidFill>
                  <a:srgbClr val="000000"/>
                </a:solidFill>
                <a:latin typeface="Avenir Book" panose="02000503020000020003" pitchFamily="2" charset="0"/>
              </a:rPr>
              <a:t>  "language": "Mandarin", </a:t>
            </a:r>
          </a:p>
          <a:p>
            <a:r>
              <a:rPr lang="en-IN" sz="1400" dirty="0">
                <a:solidFill>
                  <a:srgbClr val="000000"/>
                </a:solidFill>
                <a:latin typeface="Avenir Book" panose="02000503020000020003" pitchFamily="2" charset="0"/>
              </a:rPr>
              <a:t>  "</a:t>
            </a:r>
            <a:r>
              <a:rPr lang="en-IN" sz="1400" dirty="0" err="1">
                <a:solidFill>
                  <a:srgbClr val="000000"/>
                </a:solidFill>
                <a:latin typeface="Avenir Book" panose="02000503020000020003" pitchFamily="2" charset="0"/>
              </a:rPr>
              <a:t>playback_events</a:t>
            </a:r>
            <a:r>
              <a:rPr lang="en-IN" sz="1400" dirty="0">
                <a:solidFill>
                  <a:srgbClr val="000000"/>
                </a:solidFill>
                <a:latin typeface="Avenir Book" panose="02000503020000020003" pitchFamily="2" charset="0"/>
              </a:rPr>
              <a:t>": { </a:t>
            </a:r>
          </a:p>
          <a:p>
            <a:r>
              <a:rPr lang="en-IN" sz="1400" dirty="0">
                <a:solidFill>
                  <a:srgbClr val="000000"/>
                </a:solidFill>
                <a:latin typeface="Avenir Book" panose="02000503020000020003" pitchFamily="2" charset="0"/>
              </a:rPr>
              <a:t>         "</a:t>
            </a:r>
            <a:r>
              <a:rPr lang="en-IN" sz="1400" dirty="0" err="1">
                <a:solidFill>
                  <a:srgbClr val="000000"/>
                </a:solidFill>
                <a:latin typeface="Avenir Book" panose="02000503020000020003" pitchFamily="2" charset="0"/>
              </a:rPr>
              <a:t>content_id</a:t>
            </a:r>
            <a:r>
              <a:rPr lang="en-IN" sz="1400" dirty="0">
                <a:solidFill>
                  <a:srgbClr val="000000"/>
                </a:solidFill>
                <a:latin typeface="Avenir Book" panose="02000503020000020003" pitchFamily="2" charset="0"/>
              </a:rPr>
              <a:t>": "", </a:t>
            </a:r>
          </a:p>
          <a:p>
            <a:r>
              <a:rPr lang="en-IN" sz="1400" dirty="0">
                <a:solidFill>
                  <a:srgbClr val="000000"/>
                </a:solidFill>
                <a:latin typeface="Avenir Book" panose="02000503020000020003" pitchFamily="2" charset="0"/>
              </a:rPr>
              <a:t>         "</a:t>
            </a:r>
            <a:r>
              <a:rPr lang="en-IN" sz="1400" dirty="0" err="1">
                <a:solidFill>
                  <a:srgbClr val="000000"/>
                </a:solidFill>
                <a:latin typeface="Avenir Book" panose="02000503020000020003" pitchFamily="2" charset="0"/>
              </a:rPr>
              <a:t>skip_intro</a:t>
            </a:r>
            <a:r>
              <a:rPr lang="en-IN" sz="1400" dirty="0">
                <a:solidFill>
                  <a:srgbClr val="000000"/>
                </a:solidFill>
                <a:latin typeface="Avenir Book" panose="02000503020000020003" pitchFamily="2" charset="0"/>
              </a:rPr>
              <a:t>": "", </a:t>
            </a:r>
          </a:p>
          <a:p>
            <a:r>
              <a:rPr lang="en-IN" sz="1400" dirty="0">
                <a:solidFill>
                  <a:srgbClr val="000000"/>
                </a:solidFill>
                <a:latin typeface="Avenir Book" panose="02000503020000020003" pitchFamily="2" charset="0"/>
              </a:rPr>
              <a:t>         "</a:t>
            </a:r>
            <a:r>
              <a:rPr lang="en-IN" sz="1400" dirty="0" err="1">
                <a:solidFill>
                  <a:srgbClr val="000000"/>
                </a:solidFill>
                <a:latin typeface="Avenir Book" panose="02000503020000020003" pitchFamily="2" charset="0"/>
              </a:rPr>
              <a:t>skip_credits</a:t>
            </a:r>
            <a:r>
              <a:rPr lang="en-IN" sz="1400" dirty="0">
                <a:solidFill>
                  <a:srgbClr val="000000"/>
                </a:solidFill>
                <a:latin typeface="Avenir Book" panose="02000503020000020003" pitchFamily="2" charset="0"/>
              </a:rPr>
              <a:t>": "", </a:t>
            </a:r>
          </a:p>
          <a:p>
            <a:r>
              <a:rPr lang="en-IN" sz="1400" dirty="0">
                <a:solidFill>
                  <a:srgbClr val="000000"/>
                </a:solidFill>
                <a:latin typeface="Avenir Book" panose="02000503020000020003" pitchFamily="2" charset="0"/>
              </a:rPr>
              <a:t>         "</a:t>
            </a:r>
            <a:r>
              <a:rPr lang="en-IN" sz="1400" dirty="0" err="1">
                <a:solidFill>
                  <a:srgbClr val="000000"/>
                </a:solidFill>
                <a:latin typeface="Avenir Book" panose="02000503020000020003" pitchFamily="2" charset="0"/>
              </a:rPr>
              <a:t>error_while_playing</a:t>
            </a:r>
            <a:r>
              <a:rPr lang="en-IN" sz="1400" dirty="0">
                <a:solidFill>
                  <a:srgbClr val="000000"/>
                </a:solidFill>
                <a:latin typeface="Avenir Book" panose="02000503020000020003" pitchFamily="2" charset="0"/>
              </a:rPr>
              <a:t>": "", </a:t>
            </a:r>
          </a:p>
          <a:p>
            <a:r>
              <a:rPr lang="en-IN" sz="1400" dirty="0">
                <a:solidFill>
                  <a:srgbClr val="000000"/>
                </a:solidFill>
                <a:latin typeface="Avenir Book" panose="02000503020000020003" pitchFamily="2" charset="0"/>
              </a:rPr>
              <a:t>         "</a:t>
            </a:r>
            <a:r>
              <a:rPr lang="en-IN" sz="1400" dirty="0" err="1">
                <a:solidFill>
                  <a:srgbClr val="000000"/>
                </a:solidFill>
                <a:latin typeface="Avenir Book" panose="02000503020000020003" pitchFamily="2" charset="0"/>
              </a:rPr>
              <a:t>video_buffer_time_s</a:t>
            </a:r>
            <a:r>
              <a:rPr lang="en-IN" sz="1400" dirty="0">
                <a:solidFill>
                  <a:srgbClr val="000000"/>
                </a:solidFill>
                <a:latin typeface="Avenir Book" panose="02000503020000020003" pitchFamily="2" charset="0"/>
              </a:rPr>
              <a:t>": "" </a:t>
            </a:r>
          </a:p>
          <a:p>
            <a:r>
              <a:rPr lang="en-IN" sz="1400" dirty="0">
                <a:solidFill>
                  <a:srgbClr val="000000"/>
                </a:solidFill>
                <a:latin typeface="Avenir Book" panose="02000503020000020003" pitchFamily="2" charset="0"/>
              </a:rPr>
              <a:t>   } </a:t>
            </a:r>
          </a:p>
          <a:p>
            <a:r>
              <a:rPr lang="en-IN" sz="1400" dirty="0">
                <a:solidFill>
                  <a:srgbClr val="000000"/>
                </a:solidFill>
                <a:latin typeface="Avenir Book" panose="02000503020000020003" pitchFamily="2" charset="0"/>
              </a:rPr>
              <a:t>}</a:t>
            </a:r>
            <a:endParaRPr lang="en-IN" sz="1100" dirty="0">
              <a:solidFill>
                <a:srgbClr val="000000"/>
              </a:solidFill>
              <a:latin typeface="Avenir Book" panose="02000503020000020003" pitchFamily="2" charset="0"/>
            </a:endParaRP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D79B4A76-E5B7-F831-9F03-7135C52CE241}"/>
              </a:ext>
            </a:extLst>
          </p:cNvPr>
          <p:cNvSpPr/>
          <p:nvPr/>
        </p:nvSpPr>
        <p:spPr>
          <a:xfrm>
            <a:off x="4327359" y="3273514"/>
            <a:ext cx="1704473" cy="649706"/>
          </a:xfrm>
          <a:prstGeom prst="roundRect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>
                <a:solidFill>
                  <a:srgbClr val="000000"/>
                </a:solidFill>
                <a:latin typeface="Avenir Book" panose="02000503020000020003" pitchFamily="2" charset="0"/>
              </a:rPr>
              <a:t>PySpark</a:t>
            </a:r>
            <a:endParaRPr lang="en-US" sz="1600" dirty="0">
              <a:solidFill>
                <a:srgbClr val="000000"/>
              </a:solidFill>
              <a:latin typeface="Avenir Book" panose="02000503020000020003" pitchFamily="2" charset="0"/>
            </a:endParaRPr>
          </a:p>
        </p:txBody>
      </p:sp>
      <p:cxnSp>
        <p:nvCxnSpPr>
          <p:cNvPr id="17" name="Elbow Connector 16">
            <a:extLst>
              <a:ext uri="{FF2B5EF4-FFF2-40B4-BE49-F238E27FC236}">
                <a16:creationId xmlns:a16="http://schemas.microsoft.com/office/drawing/2014/main" id="{76844875-59BA-05A1-E95B-32744956F034}"/>
              </a:ext>
            </a:extLst>
          </p:cNvPr>
          <p:cNvCxnSpPr>
            <a:cxnSpLocks/>
            <a:stCxn id="2" idx="3"/>
            <a:endCxn id="15" idx="1"/>
          </p:cNvCxnSpPr>
          <p:nvPr/>
        </p:nvCxnSpPr>
        <p:spPr>
          <a:xfrm>
            <a:off x="2902094" y="2173805"/>
            <a:ext cx="1425265" cy="1424562"/>
          </a:xfrm>
          <a:prstGeom prst="bentConnector3">
            <a:avLst/>
          </a:prstGeom>
          <a:ln w="19050">
            <a:solidFill>
              <a:srgbClr val="00000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Elbow Connector 17">
            <a:extLst>
              <a:ext uri="{FF2B5EF4-FFF2-40B4-BE49-F238E27FC236}">
                <a16:creationId xmlns:a16="http://schemas.microsoft.com/office/drawing/2014/main" id="{FB597CF7-F420-CD55-D795-DCAB9B8940F9}"/>
              </a:ext>
            </a:extLst>
          </p:cNvPr>
          <p:cNvCxnSpPr>
            <a:cxnSpLocks/>
            <a:stCxn id="12" idx="3"/>
          </p:cNvCxnSpPr>
          <p:nvPr/>
        </p:nvCxnSpPr>
        <p:spPr>
          <a:xfrm flipV="1">
            <a:off x="2902093" y="3729790"/>
            <a:ext cx="1425265" cy="1199007"/>
          </a:xfrm>
          <a:prstGeom prst="bentConnector3">
            <a:avLst/>
          </a:prstGeom>
          <a:ln w="19050">
            <a:solidFill>
              <a:srgbClr val="00000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Elbow Connector 28">
            <a:extLst>
              <a:ext uri="{FF2B5EF4-FFF2-40B4-BE49-F238E27FC236}">
                <a16:creationId xmlns:a16="http://schemas.microsoft.com/office/drawing/2014/main" id="{628DF497-13D3-2B96-4C53-C5E2A9B1A740}"/>
              </a:ext>
            </a:extLst>
          </p:cNvPr>
          <p:cNvCxnSpPr>
            <a:cxnSpLocks/>
            <a:stCxn id="13" idx="1"/>
            <a:endCxn id="15" idx="3"/>
          </p:cNvCxnSpPr>
          <p:nvPr/>
        </p:nvCxnSpPr>
        <p:spPr>
          <a:xfrm rot="10800000">
            <a:off x="6031833" y="3598368"/>
            <a:ext cx="1475973" cy="324853"/>
          </a:xfrm>
          <a:prstGeom prst="bentConnector3">
            <a:avLst/>
          </a:prstGeom>
          <a:ln w="19050">
            <a:solidFill>
              <a:srgbClr val="00000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Can 31">
            <a:extLst>
              <a:ext uri="{FF2B5EF4-FFF2-40B4-BE49-F238E27FC236}">
                <a16:creationId xmlns:a16="http://schemas.microsoft.com/office/drawing/2014/main" id="{BE45BB03-B6CC-4346-B5B6-1A00E5276B9B}"/>
              </a:ext>
            </a:extLst>
          </p:cNvPr>
          <p:cNvSpPr/>
          <p:nvPr/>
        </p:nvSpPr>
        <p:spPr>
          <a:xfrm>
            <a:off x="5386137" y="5022929"/>
            <a:ext cx="1419726" cy="1031724"/>
          </a:xfrm>
          <a:prstGeom prst="can">
            <a:avLst>
              <a:gd name="adj" fmla="val 32999"/>
            </a:avLst>
          </a:prstGeom>
          <a:solidFill>
            <a:srgbClr val="76D6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rgbClr val="000000"/>
                </a:solidFill>
                <a:latin typeface="Avenir Book" panose="02000503020000020003" pitchFamily="2" charset="0"/>
              </a:rPr>
              <a:t>Data Warehouse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A970BF8F-492B-7255-3A0E-3FDDF2E8DB06}"/>
              </a:ext>
            </a:extLst>
          </p:cNvPr>
          <p:cNvSpPr/>
          <p:nvPr/>
        </p:nvSpPr>
        <p:spPr>
          <a:xfrm>
            <a:off x="3535100" y="5295785"/>
            <a:ext cx="1567740" cy="569267"/>
          </a:xfrm>
          <a:prstGeom prst="rect">
            <a:avLst/>
          </a:prstGeom>
          <a:solidFill>
            <a:srgbClr val="76D6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rgbClr val="000000"/>
                </a:solidFill>
                <a:latin typeface="Avenir Book" panose="02000503020000020003" pitchFamily="2" charset="0"/>
              </a:rPr>
              <a:t>OTT Website</a:t>
            </a:r>
          </a:p>
        </p:txBody>
      </p:sp>
    </p:spTree>
    <p:extLst>
      <p:ext uri="{BB962C8B-B14F-4D97-AF65-F5344CB8AC3E}">
        <p14:creationId xmlns:p14="http://schemas.microsoft.com/office/powerpoint/2010/main" val="4392405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F341100-B226-08FF-B317-971B2ACD67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A19FECCD-6D93-DBBE-91DA-58AF899B3A86}"/>
              </a:ext>
            </a:extLst>
          </p:cNvPr>
          <p:cNvSpPr txBox="1">
            <a:spLocks/>
          </p:cNvSpPr>
          <p:nvPr/>
        </p:nvSpPr>
        <p:spPr>
          <a:xfrm>
            <a:off x="323890" y="136525"/>
            <a:ext cx="11489526" cy="112567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>
            <a:defPPr>
              <a:defRPr lang="en-US"/>
            </a:defPPr>
            <a:lvl1pPr>
              <a:lnSpc>
                <a:spcPct val="100000"/>
              </a:lnSpc>
              <a:spcBef>
                <a:spcPct val="0"/>
              </a:spcBef>
              <a:buNone/>
              <a:defRPr sz="6000" b="1">
                <a:gradFill>
                  <a:gsLst>
                    <a:gs pos="0">
                      <a:srgbClr val="FF7E79"/>
                    </a:gs>
                    <a:gs pos="100000">
                      <a:srgbClr val="00FB92"/>
                    </a:gs>
                  </a:gsLst>
                  <a:lin ang="13800000" scaled="0"/>
                </a:gradFill>
                <a:latin typeface="Avenir Book" panose="02000503020000020003" pitchFamily="2" charset="0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rgbClr val="0096FF"/>
                </a:solidFill>
              </a:rPr>
              <a:t>Real-time Recommendation Rules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CDA4E60-0982-9A78-2E19-AAC467F6A421}"/>
              </a:ext>
            </a:extLst>
          </p:cNvPr>
          <p:cNvSpPr txBox="1"/>
          <p:nvPr/>
        </p:nvSpPr>
        <p:spPr>
          <a:xfrm>
            <a:off x="323889" y="1262199"/>
            <a:ext cx="11489527" cy="49705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u="sng" dirty="0">
                <a:solidFill>
                  <a:srgbClr val="000000"/>
                </a:solidFill>
                <a:latin typeface="Avenir Book" panose="02000503020000020003" pitchFamily="2" charset="0"/>
              </a:rPr>
              <a:t>Personalized recommendation</a:t>
            </a:r>
            <a:r>
              <a:rPr lang="en-US" sz="2000" dirty="0">
                <a:solidFill>
                  <a:srgbClr val="000000"/>
                </a:solidFill>
                <a:latin typeface="Avenir Book" panose="02000503020000020003" pitchFamily="2" charset="0"/>
              </a:rPr>
              <a:t>: Near real-time recommendation should be based on user’s browsing, playing video or watching, internal link redirection, searching and downloading contents. These data are captured using clickstream tools.</a:t>
            </a:r>
            <a:r>
              <a:rPr lang="en-US" dirty="0">
                <a:solidFill>
                  <a:srgbClr val="000000"/>
                </a:solidFill>
                <a:latin typeface="Avenir Book" panose="02000503020000020003" pitchFamily="2" charset="0"/>
              </a:rPr>
              <a:t> </a:t>
            </a:r>
          </a:p>
          <a:p>
            <a:pPr marL="677250" lvl="1" indent="-292050">
              <a:spcAft>
                <a:spcPts val="600"/>
              </a:spcAft>
              <a:buFont typeface="+mj-lt"/>
              <a:buAutoNum type="romanLcPeriod"/>
            </a:pPr>
            <a:r>
              <a:rPr lang="en-US" dirty="0">
                <a:solidFill>
                  <a:srgbClr val="000000"/>
                </a:solidFill>
                <a:latin typeface="Avenir Book" panose="02000503020000020003" pitchFamily="2" charset="0"/>
              </a:rPr>
              <a:t>Browsing, watching data etc. can be filtered using “</a:t>
            </a:r>
            <a:r>
              <a:rPr lang="en-US" dirty="0" err="1">
                <a:solidFill>
                  <a:srgbClr val="000000"/>
                </a:solidFill>
                <a:latin typeface="Avenir Book" panose="02000503020000020003" pitchFamily="2" charset="0"/>
              </a:rPr>
              <a:t>click_type</a:t>
            </a:r>
            <a:r>
              <a:rPr lang="en-US" dirty="0">
                <a:solidFill>
                  <a:srgbClr val="000000"/>
                </a:solidFill>
                <a:latin typeface="Avenir Book" panose="02000503020000020003" pitchFamily="2" charset="0"/>
              </a:rPr>
              <a:t>” column.</a:t>
            </a:r>
          </a:p>
          <a:p>
            <a:pPr marL="677250" lvl="1" indent="-292050">
              <a:spcAft>
                <a:spcPts val="600"/>
              </a:spcAft>
              <a:buFont typeface="+mj-lt"/>
              <a:buAutoNum type="romanLcPeriod"/>
            </a:pPr>
            <a:r>
              <a:rPr lang="en-US" dirty="0">
                <a:solidFill>
                  <a:srgbClr val="000000"/>
                </a:solidFill>
                <a:latin typeface="Avenir Book" panose="02000503020000020003" pitchFamily="2" charset="0"/>
              </a:rPr>
              <a:t>Personalized recommendation should be based on last 8 </a:t>
            </a:r>
            <a:r>
              <a:rPr lang="en-US" dirty="0" err="1">
                <a:solidFill>
                  <a:srgbClr val="000000"/>
                </a:solidFill>
                <a:latin typeface="Avenir Book" panose="02000503020000020003" pitchFamily="2" charset="0"/>
              </a:rPr>
              <a:t>hrs</a:t>
            </a:r>
            <a:r>
              <a:rPr lang="en-US" dirty="0">
                <a:solidFill>
                  <a:srgbClr val="000000"/>
                </a:solidFill>
                <a:latin typeface="Avenir Book" panose="02000503020000020003" pitchFamily="2" charset="0"/>
              </a:rPr>
              <a:t> history of every user.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u="sng" dirty="0">
                <a:solidFill>
                  <a:srgbClr val="000000"/>
                </a:solidFill>
                <a:latin typeface="Avenir Book" panose="02000503020000020003" pitchFamily="2" charset="0"/>
              </a:rPr>
              <a:t>Generic recommendation</a:t>
            </a:r>
            <a:r>
              <a:rPr lang="en-US" sz="2000" dirty="0">
                <a:solidFill>
                  <a:srgbClr val="000000"/>
                </a:solidFill>
                <a:latin typeface="Avenir Book" panose="02000503020000020003" pitchFamily="2" charset="0"/>
              </a:rPr>
              <a:t>: Home page should show top 5 most popular tv shows of that country on a specific day based on previous day’s watch/browse/search pattern. This should be shown for all users of that country.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u="sng" dirty="0">
                <a:solidFill>
                  <a:srgbClr val="000000"/>
                </a:solidFill>
                <a:latin typeface="Avenir Book" panose="02000503020000020003" pitchFamily="2" charset="0"/>
              </a:rPr>
              <a:t>Generic recommendation</a:t>
            </a:r>
            <a:r>
              <a:rPr lang="en-US" sz="2000" dirty="0">
                <a:solidFill>
                  <a:srgbClr val="000000"/>
                </a:solidFill>
                <a:latin typeface="Avenir Book" panose="02000503020000020003" pitchFamily="2" charset="0"/>
              </a:rPr>
              <a:t>: Home page should show top 5 most popular movies of individual genres for all users of a specific country on a specific day based on previous day’s watch/browse/search pattern. Should be shown for all users of that country.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u="sng" dirty="0">
                <a:solidFill>
                  <a:srgbClr val="000000"/>
                </a:solidFill>
                <a:latin typeface="Avenir Book" panose="02000503020000020003" pitchFamily="2" charset="0"/>
              </a:rPr>
              <a:t>Personalized “because you watched” recommendation</a:t>
            </a:r>
            <a:r>
              <a:rPr lang="en-US" sz="2000" dirty="0">
                <a:solidFill>
                  <a:srgbClr val="000000"/>
                </a:solidFill>
                <a:latin typeface="Avenir Book" panose="02000503020000020003" pitchFamily="2" charset="0"/>
              </a:rPr>
              <a:t>: Based on user’s “watch” history this should be shown in user’s home page. </a:t>
            </a:r>
          </a:p>
          <a:p>
            <a:pPr marL="677250" lvl="1" indent="-292050">
              <a:spcAft>
                <a:spcPts val="600"/>
              </a:spcAft>
              <a:buFont typeface="+mj-lt"/>
              <a:buAutoNum type="romanLcPeriod"/>
            </a:pPr>
            <a:r>
              <a:rPr lang="en-US" dirty="0">
                <a:solidFill>
                  <a:srgbClr val="000000"/>
                </a:solidFill>
                <a:latin typeface="Avenir Book" panose="02000503020000020003" pitchFamily="2" charset="0"/>
              </a:rPr>
              <a:t>Rule : </a:t>
            </a:r>
            <a:r>
              <a:rPr lang="en-US" dirty="0" err="1">
                <a:solidFill>
                  <a:srgbClr val="000000"/>
                </a:solidFill>
                <a:latin typeface="Avenir Book" panose="02000503020000020003" pitchFamily="2" charset="0"/>
              </a:rPr>
              <a:t>click_type</a:t>
            </a:r>
            <a:r>
              <a:rPr lang="en-US" dirty="0">
                <a:solidFill>
                  <a:srgbClr val="000000"/>
                </a:solidFill>
                <a:latin typeface="Avenir Book" panose="02000503020000020003" pitchFamily="2" charset="0"/>
              </a:rPr>
              <a:t> = Play/Pause/Stop  and </a:t>
            </a:r>
            <a:r>
              <a:rPr lang="en-US" dirty="0" err="1">
                <a:solidFill>
                  <a:srgbClr val="000000"/>
                </a:solidFill>
                <a:latin typeface="Avenir Book" panose="02000503020000020003" pitchFamily="2" charset="0"/>
              </a:rPr>
              <a:t>page_url</a:t>
            </a:r>
            <a:r>
              <a:rPr lang="en-US" dirty="0">
                <a:solidFill>
                  <a:srgbClr val="000000"/>
                </a:solidFill>
                <a:latin typeface="Avenir Book" panose="02000503020000020003" pitchFamily="2" charset="0"/>
              </a:rPr>
              <a:t> = /watch/xxx</a:t>
            </a:r>
            <a:endParaRPr lang="en-US" sz="1600" dirty="0">
              <a:solidFill>
                <a:srgbClr val="000000"/>
              </a:solidFill>
              <a:latin typeface="Avenir Book" panose="02000503020000020003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575100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15E8BE7-54C1-0A11-8B5F-5005C21F10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6853E5-EF6B-C244-F528-E9A0001749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904933" y="6356349"/>
            <a:ext cx="2154534" cy="365125"/>
          </a:xfrm>
        </p:spPr>
        <p:txBody>
          <a:bodyPr/>
          <a:lstStyle/>
          <a:p>
            <a:r>
              <a:rPr lang="en-US" sz="1600">
                <a:solidFill>
                  <a:srgbClr val="000000"/>
                </a:solidFill>
              </a:rPr>
              <a:t>www.3aayaam.in</a:t>
            </a:r>
            <a:endParaRPr lang="en-US" sz="1600" dirty="0">
              <a:solidFill>
                <a:srgbClr val="000000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0510F4-57EB-4575-DFA8-CA8BB1132A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6</a:t>
            </a:fld>
            <a:endParaRPr lang="en-US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CFC771F0-141D-AD13-8D8F-8447D321696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80172439"/>
              </p:ext>
            </p:extLst>
          </p:nvPr>
        </p:nvGraphicFramePr>
        <p:xfrm>
          <a:off x="323891" y="1382856"/>
          <a:ext cx="11575032" cy="4787580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2384140">
                  <a:extLst>
                    <a:ext uri="{9D8B030D-6E8A-4147-A177-3AD203B41FA5}">
                      <a16:colId xmlns:a16="http://schemas.microsoft.com/office/drawing/2014/main" val="1751695358"/>
                    </a:ext>
                  </a:extLst>
                </a:gridCol>
                <a:gridCol w="9190892">
                  <a:extLst>
                    <a:ext uri="{9D8B030D-6E8A-4147-A177-3AD203B41FA5}">
                      <a16:colId xmlns:a16="http://schemas.microsoft.com/office/drawing/2014/main" val="2372752648"/>
                    </a:ext>
                  </a:extLst>
                </a:gridCol>
              </a:tblGrid>
              <a:tr h="337500">
                <a:tc>
                  <a:txBody>
                    <a:bodyPr/>
                    <a:lstStyle/>
                    <a:p>
                      <a:r>
                        <a:rPr lang="en-US" sz="1600" b="0" dirty="0">
                          <a:solidFill>
                            <a:srgbClr val="000000"/>
                          </a:solidFill>
                          <a:latin typeface="Avenir Book" panose="02000503020000020003" pitchFamily="2" charset="0"/>
                        </a:rPr>
                        <a:t>Column Name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dirty="0">
                          <a:solidFill>
                            <a:srgbClr val="000000"/>
                          </a:solidFill>
                          <a:latin typeface="Avenir Book" panose="02000503020000020003" pitchFamily="2" charset="0"/>
                        </a:rPr>
                        <a:t>Details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2313930"/>
                  </a:ext>
                </a:extLst>
              </a:tr>
              <a:tr h="337500">
                <a:tc>
                  <a:txBody>
                    <a:bodyPr/>
                    <a:lstStyle/>
                    <a:p>
                      <a:r>
                        <a:rPr lang="en-IN" sz="1600" b="0" kern="1200" dirty="0" err="1">
                          <a:solidFill>
                            <a:srgbClr val="000000"/>
                          </a:solidFill>
                          <a:latin typeface="Avenir Book" panose="02000503020000020003" pitchFamily="2" charset="0"/>
                        </a:rPr>
                        <a:t>click_type</a:t>
                      </a:r>
                      <a:endParaRPr lang="en-IN" sz="1600" b="0" kern="1200" dirty="0">
                        <a:solidFill>
                          <a:srgbClr val="000000"/>
                        </a:solidFill>
                        <a:latin typeface="Avenir Book" panose="02000503020000020003" pitchFamily="2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b="0" kern="1200" dirty="0" err="1">
                          <a:solidFill>
                            <a:srgbClr val="000000"/>
                          </a:solidFill>
                          <a:latin typeface="Avenir Book" panose="02000503020000020003" pitchFamily="2" charset="0"/>
                        </a:rPr>
                        <a:t>AddToCart</a:t>
                      </a:r>
                      <a:r>
                        <a:rPr lang="en-IN" sz="1600" b="0" kern="1200" dirty="0">
                          <a:solidFill>
                            <a:srgbClr val="000000"/>
                          </a:solidFill>
                          <a:latin typeface="Avenir Book" panose="02000503020000020003" pitchFamily="2" charset="0"/>
                        </a:rPr>
                        <a:t>, Rent, Checkout, </a:t>
                      </a:r>
                      <a:r>
                        <a:rPr lang="en-IN" sz="1600" b="1" kern="1200" dirty="0">
                          <a:solidFill>
                            <a:srgbClr val="0096FF"/>
                          </a:solidFill>
                          <a:latin typeface="Avenir Book" panose="02000503020000020003" pitchFamily="2" charset="0"/>
                        </a:rPr>
                        <a:t>Browse</a:t>
                      </a:r>
                      <a:r>
                        <a:rPr lang="en-IN" sz="1600" b="0" kern="1200" dirty="0">
                          <a:solidFill>
                            <a:srgbClr val="000000"/>
                          </a:solidFill>
                          <a:latin typeface="Avenir Book" panose="02000503020000020003" pitchFamily="2" charset="0"/>
                        </a:rPr>
                        <a:t>, </a:t>
                      </a:r>
                      <a:r>
                        <a:rPr lang="en-IN" sz="1600" b="1" kern="1200" dirty="0">
                          <a:solidFill>
                            <a:srgbClr val="0096FF"/>
                          </a:solidFill>
                          <a:latin typeface="Avenir Book" panose="02000503020000020003" pitchFamily="2" charset="0"/>
                        </a:rPr>
                        <a:t>Search, Internal link</a:t>
                      </a:r>
                      <a:r>
                        <a:rPr lang="en-IN" sz="1600" b="0" kern="1200" dirty="0">
                          <a:solidFill>
                            <a:srgbClr val="000000"/>
                          </a:solidFill>
                          <a:latin typeface="Avenir Book" panose="02000503020000020003" pitchFamily="2" charset="0"/>
                        </a:rPr>
                        <a:t>, External link, Search, </a:t>
                      </a:r>
                      <a:r>
                        <a:rPr lang="en-IN" sz="1600" b="1" kern="1200" dirty="0">
                          <a:solidFill>
                            <a:srgbClr val="0096FF"/>
                          </a:solidFill>
                          <a:latin typeface="Avenir Book" panose="02000503020000020003" pitchFamily="2" charset="0"/>
                        </a:rPr>
                        <a:t>Play, Pause, Stop</a:t>
                      </a:r>
                      <a:r>
                        <a:rPr lang="en-IN" sz="1600" b="0" kern="1200" dirty="0">
                          <a:solidFill>
                            <a:srgbClr val="000000"/>
                          </a:solidFill>
                          <a:latin typeface="Avenir Book" panose="02000503020000020003" pitchFamily="2" charset="0"/>
                        </a:rPr>
                        <a:t>, Back, </a:t>
                      </a:r>
                      <a:r>
                        <a:rPr lang="en-IN" sz="1600" b="1" kern="1200" dirty="0">
                          <a:solidFill>
                            <a:srgbClr val="0096FF"/>
                          </a:solidFill>
                          <a:latin typeface="Avenir Book" panose="02000503020000020003" pitchFamily="2" charset="0"/>
                        </a:rPr>
                        <a:t>Download</a:t>
                      </a:r>
                      <a:r>
                        <a:rPr lang="en-IN" sz="1600" b="0" kern="1200" dirty="0">
                          <a:solidFill>
                            <a:srgbClr val="000000"/>
                          </a:solidFill>
                          <a:latin typeface="Avenir Book" panose="02000503020000020003" pitchFamily="2" charset="0"/>
                        </a:rPr>
                        <a:t>.</a:t>
                      </a:r>
                      <a:endParaRPr lang="en-IN" sz="1600" b="0" kern="1200" dirty="0">
                        <a:solidFill>
                          <a:srgbClr val="000000"/>
                        </a:solidFill>
                        <a:latin typeface="Avenir Book" panose="02000503020000020003" pitchFamily="2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77695274"/>
                  </a:ext>
                </a:extLst>
              </a:tr>
              <a:tr h="3375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b="0" dirty="0" err="1">
                          <a:solidFill>
                            <a:srgbClr val="000000"/>
                          </a:solidFill>
                          <a:latin typeface="Avenir Book" panose="02000503020000020003" pitchFamily="2" charset="0"/>
                        </a:rPr>
                        <a:t>page_url</a:t>
                      </a:r>
                      <a:r>
                        <a:rPr lang="en-IN" sz="1600" b="0" dirty="0">
                          <a:solidFill>
                            <a:srgbClr val="000000"/>
                          </a:solidFill>
                          <a:latin typeface="Avenir Book" panose="02000503020000020003" pitchFamily="2" charset="0"/>
                        </a:rPr>
                        <a:t>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b="0" dirty="0">
                          <a:solidFill>
                            <a:srgbClr val="000000"/>
                          </a:solidFill>
                          <a:latin typeface="Avenir Book" panose="02000503020000020003" pitchFamily="2" charset="0"/>
                        </a:rPr>
                        <a:t>(</a:t>
                      </a:r>
                      <a:r>
                        <a:rPr lang="en-IN" sz="1600" b="0" dirty="0" err="1">
                          <a:solidFill>
                            <a:srgbClr val="000000"/>
                          </a:solidFill>
                          <a:latin typeface="Avenir Book" panose="02000503020000020003" pitchFamily="2" charset="0"/>
                        </a:rPr>
                        <a:t>click_type</a:t>
                      </a:r>
                      <a:r>
                        <a:rPr lang="en-IN" sz="1600" b="0" dirty="0">
                          <a:solidFill>
                            <a:srgbClr val="000000"/>
                          </a:solidFill>
                          <a:latin typeface="Avenir Book" panose="02000503020000020003" pitchFamily="2" charset="0"/>
                        </a:rPr>
                        <a:t> = “Browse”)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b="0" kern="1200" dirty="0">
                          <a:solidFill>
                            <a:srgbClr val="000000"/>
                          </a:solidFill>
                          <a:latin typeface="Avenir Book" panose="02000503020000020003" pitchFamily="2" charset="0"/>
                          <a:ea typeface="+mn-ea"/>
                          <a:cs typeface="+mn-cs"/>
                        </a:rPr>
                        <a:t>/genre/drama, /genre/comedy, /genre/fantasy, /genre/action, /genre/cartoon, /genre/sitcom, /genre/crime, /genre/thriller, /genre/adventure, /genre/documentary, /genre/</a:t>
                      </a:r>
                      <a:r>
                        <a:rPr lang="en-IN" sz="1600" b="0" kern="1200" dirty="0" err="1">
                          <a:solidFill>
                            <a:srgbClr val="000000"/>
                          </a:solidFill>
                          <a:latin typeface="Avenir Book" panose="02000503020000020003" pitchFamily="2" charset="0"/>
                          <a:ea typeface="+mn-ea"/>
                          <a:cs typeface="+mn-cs"/>
                        </a:rPr>
                        <a:t>scifi</a:t>
                      </a:r>
                      <a:r>
                        <a:rPr lang="en-IN" sz="1600" b="0" kern="1200" dirty="0">
                          <a:solidFill>
                            <a:srgbClr val="000000"/>
                          </a:solidFill>
                          <a:latin typeface="Avenir Book" panose="02000503020000020003" pitchFamily="2" charset="0"/>
                          <a:ea typeface="+mn-ea"/>
                          <a:cs typeface="+mn-cs"/>
                        </a:rPr>
                        <a:t>, /genre/history, /genre/romance, /genre/musical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19056123"/>
                  </a:ext>
                </a:extLst>
              </a:tr>
              <a:tr h="3375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b="0" kern="1200" dirty="0" err="1">
                          <a:solidFill>
                            <a:srgbClr val="000000"/>
                          </a:solidFill>
                          <a:latin typeface="Avenir Book" panose="02000503020000020003" pitchFamily="2" charset="0"/>
                          <a:ea typeface="+mn-ea"/>
                          <a:cs typeface="+mn-cs"/>
                        </a:rPr>
                        <a:t>page_url</a:t>
                      </a:r>
                      <a:r>
                        <a:rPr lang="en-IN" sz="1600" b="0" kern="1200" dirty="0">
                          <a:solidFill>
                            <a:srgbClr val="000000"/>
                          </a:solidFill>
                          <a:latin typeface="Avenir Book" panose="02000503020000020003" pitchFamily="2" charset="0"/>
                          <a:ea typeface="+mn-ea"/>
                          <a:cs typeface="+mn-cs"/>
                        </a:rPr>
                        <a:t>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b="0" kern="1200" dirty="0">
                          <a:solidFill>
                            <a:srgbClr val="000000"/>
                          </a:solidFill>
                          <a:latin typeface="Avenir Book" panose="02000503020000020003" pitchFamily="2" charset="0"/>
                          <a:ea typeface="+mn-ea"/>
                          <a:cs typeface="+mn-cs"/>
                        </a:rPr>
                        <a:t>(</a:t>
                      </a:r>
                      <a:r>
                        <a:rPr lang="en-IN" sz="1600" b="0" kern="1200" dirty="0" err="1">
                          <a:solidFill>
                            <a:srgbClr val="000000"/>
                          </a:solidFill>
                          <a:latin typeface="Avenir Book" panose="02000503020000020003" pitchFamily="2" charset="0"/>
                          <a:ea typeface="+mn-ea"/>
                          <a:cs typeface="+mn-cs"/>
                        </a:rPr>
                        <a:t>click_type</a:t>
                      </a:r>
                      <a:r>
                        <a:rPr lang="en-IN" sz="1600" b="0" kern="1200" dirty="0">
                          <a:solidFill>
                            <a:srgbClr val="000000"/>
                          </a:solidFill>
                          <a:latin typeface="Avenir Book" panose="02000503020000020003" pitchFamily="2" charset="0"/>
                          <a:ea typeface="+mn-ea"/>
                          <a:cs typeface="+mn-cs"/>
                        </a:rPr>
                        <a:t> = “Play”, “Pause” or “Stop”)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b="0" kern="1200" dirty="0">
                          <a:solidFill>
                            <a:srgbClr val="000000"/>
                          </a:solidFill>
                          <a:latin typeface="Avenir Book" panose="02000503020000020003" pitchFamily="2" charset="0"/>
                          <a:ea typeface="+mn-ea"/>
                          <a:cs typeface="+mn-cs"/>
                        </a:rPr>
                        <a:t>/watch/drama, /watch/comedy, /watch/fantasy, /watch/action, /watch/cartoon, /watch/sitcom, /watch/crime, /watch/thriller, /watch/adventure, /watch/documentary, /watch/</a:t>
                      </a:r>
                      <a:r>
                        <a:rPr lang="en-IN" sz="1600" b="0" kern="1200" dirty="0" err="1">
                          <a:solidFill>
                            <a:srgbClr val="000000"/>
                          </a:solidFill>
                          <a:latin typeface="Avenir Book" panose="02000503020000020003" pitchFamily="2" charset="0"/>
                          <a:ea typeface="+mn-ea"/>
                          <a:cs typeface="+mn-cs"/>
                        </a:rPr>
                        <a:t>scifi</a:t>
                      </a:r>
                      <a:r>
                        <a:rPr lang="en-IN" sz="1600" b="0" kern="1200" dirty="0">
                          <a:solidFill>
                            <a:srgbClr val="000000"/>
                          </a:solidFill>
                          <a:latin typeface="Avenir Book" panose="02000503020000020003" pitchFamily="2" charset="0"/>
                          <a:ea typeface="+mn-ea"/>
                          <a:cs typeface="+mn-cs"/>
                        </a:rPr>
                        <a:t>, /watch/history, /watch/romance, /watch/musical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75565580"/>
                  </a:ext>
                </a:extLst>
              </a:tr>
              <a:tr h="3375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b="0" kern="1200" dirty="0" err="1">
                          <a:solidFill>
                            <a:srgbClr val="000000"/>
                          </a:solidFill>
                          <a:latin typeface="Avenir Book" panose="02000503020000020003" pitchFamily="2" charset="0"/>
                          <a:ea typeface="+mn-ea"/>
                          <a:cs typeface="+mn-cs"/>
                        </a:rPr>
                        <a:t>page_url</a:t>
                      </a:r>
                      <a:r>
                        <a:rPr lang="en-IN" sz="1600" b="0" kern="1200" dirty="0">
                          <a:solidFill>
                            <a:srgbClr val="000000"/>
                          </a:solidFill>
                          <a:latin typeface="Avenir Book" panose="02000503020000020003" pitchFamily="2" charset="0"/>
                          <a:ea typeface="+mn-ea"/>
                          <a:cs typeface="+mn-cs"/>
                        </a:rPr>
                        <a:t>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b="0" kern="1200" dirty="0">
                          <a:solidFill>
                            <a:srgbClr val="000000"/>
                          </a:solidFill>
                          <a:latin typeface="Avenir Book" panose="02000503020000020003" pitchFamily="2" charset="0"/>
                          <a:ea typeface="+mn-ea"/>
                          <a:cs typeface="+mn-cs"/>
                        </a:rPr>
                        <a:t>(</a:t>
                      </a:r>
                      <a:r>
                        <a:rPr lang="en-IN" sz="1600" b="0" kern="1200" dirty="0" err="1">
                          <a:solidFill>
                            <a:srgbClr val="000000"/>
                          </a:solidFill>
                          <a:latin typeface="Avenir Book" panose="02000503020000020003" pitchFamily="2" charset="0"/>
                          <a:ea typeface="+mn-ea"/>
                          <a:cs typeface="+mn-cs"/>
                        </a:rPr>
                        <a:t>click_type</a:t>
                      </a:r>
                      <a:r>
                        <a:rPr lang="en-IN" sz="1600" b="0" kern="1200" dirty="0">
                          <a:solidFill>
                            <a:srgbClr val="000000"/>
                          </a:solidFill>
                          <a:latin typeface="Avenir Book" panose="02000503020000020003" pitchFamily="2" charset="0"/>
                          <a:ea typeface="+mn-ea"/>
                          <a:cs typeface="+mn-cs"/>
                        </a:rPr>
                        <a:t> = “Search”)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b="0" kern="1200" dirty="0">
                          <a:solidFill>
                            <a:srgbClr val="000000"/>
                          </a:solidFill>
                          <a:latin typeface="Avenir Book" panose="02000503020000020003" pitchFamily="2" charset="0"/>
                          <a:ea typeface="+mn-ea"/>
                          <a:cs typeface="+mn-cs"/>
                        </a:rPr>
                        <a:t>/browse/action, /browse/adventure, /browse/</a:t>
                      </a:r>
                      <a:r>
                        <a:rPr lang="en-IN" sz="1600" b="0" kern="1200" dirty="0" err="1">
                          <a:solidFill>
                            <a:srgbClr val="000000"/>
                          </a:solidFill>
                          <a:latin typeface="Avenir Book" panose="02000503020000020003" pitchFamily="2" charset="0"/>
                          <a:ea typeface="+mn-ea"/>
                          <a:cs typeface="+mn-cs"/>
                        </a:rPr>
                        <a:t>scifi</a:t>
                      </a:r>
                      <a:r>
                        <a:rPr lang="en-IN" sz="1600" b="0" kern="1200" dirty="0">
                          <a:solidFill>
                            <a:srgbClr val="000000"/>
                          </a:solidFill>
                          <a:latin typeface="Avenir Book" panose="02000503020000020003" pitchFamily="2" charset="0"/>
                          <a:ea typeface="+mn-ea"/>
                          <a:cs typeface="+mn-cs"/>
                        </a:rPr>
                        <a:t>, /browse/thriller, /browse/cartoon, /browse/drama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1149685"/>
                  </a:ext>
                </a:extLst>
              </a:tr>
              <a:tr h="3375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b="0" kern="1200" dirty="0" err="1">
                          <a:solidFill>
                            <a:srgbClr val="000000"/>
                          </a:solidFill>
                          <a:latin typeface="Avenir Book" panose="02000503020000020003" pitchFamily="2" charset="0"/>
                          <a:ea typeface="+mn-ea"/>
                          <a:cs typeface="+mn-cs"/>
                        </a:rPr>
                        <a:t>page_url</a:t>
                      </a:r>
                      <a:endParaRPr lang="en-IN" sz="1600" b="0" kern="1200" dirty="0">
                        <a:solidFill>
                          <a:srgbClr val="000000"/>
                        </a:solidFill>
                        <a:latin typeface="Avenir Book" panose="02000503020000020003" pitchFamily="2" charset="0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b="0" kern="1200" dirty="0">
                          <a:solidFill>
                            <a:srgbClr val="000000"/>
                          </a:solidFill>
                          <a:latin typeface="Avenir Book" panose="02000503020000020003" pitchFamily="2" charset="0"/>
                          <a:ea typeface="+mn-ea"/>
                          <a:cs typeface="+mn-cs"/>
                        </a:rPr>
                        <a:t>(</a:t>
                      </a:r>
                      <a:r>
                        <a:rPr lang="en-IN" sz="1600" b="0" kern="1200" dirty="0" err="1">
                          <a:solidFill>
                            <a:srgbClr val="000000"/>
                          </a:solidFill>
                          <a:latin typeface="Avenir Book" panose="02000503020000020003" pitchFamily="2" charset="0"/>
                          <a:ea typeface="+mn-ea"/>
                          <a:cs typeface="+mn-cs"/>
                        </a:rPr>
                        <a:t>click_type</a:t>
                      </a:r>
                      <a:r>
                        <a:rPr lang="en-IN" sz="1600" b="0" kern="1200" dirty="0">
                          <a:solidFill>
                            <a:srgbClr val="000000"/>
                          </a:solidFill>
                          <a:latin typeface="Avenir Book" panose="02000503020000020003" pitchFamily="2" charset="0"/>
                          <a:ea typeface="+mn-ea"/>
                          <a:cs typeface="+mn-cs"/>
                        </a:rPr>
                        <a:t> = “Download”)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b="0" kern="1200" dirty="0">
                          <a:solidFill>
                            <a:srgbClr val="000000"/>
                          </a:solidFill>
                          <a:latin typeface="Avenir Book" panose="02000503020000020003" pitchFamily="2" charset="0"/>
                          <a:ea typeface="+mn-ea"/>
                          <a:cs typeface="+mn-cs"/>
                        </a:rPr>
                        <a:t>/movie/action/, /movie/romance/,  /movie/</a:t>
                      </a:r>
                      <a:r>
                        <a:rPr lang="en-IN" sz="1600" b="0" kern="1200" dirty="0" err="1">
                          <a:solidFill>
                            <a:srgbClr val="000000"/>
                          </a:solidFill>
                          <a:latin typeface="Avenir Book" panose="02000503020000020003" pitchFamily="2" charset="0"/>
                          <a:ea typeface="+mn-ea"/>
                          <a:cs typeface="+mn-cs"/>
                        </a:rPr>
                        <a:t>scifi</a:t>
                      </a:r>
                      <a:r>
                        <a:rPr lang="en-IN" sz="1600" b="0" kern="1200" dirty="0">
                          <a:solidFill>
                            <a:srgbClr val="000000"/>
                          </a:solidFill>
                          <a:latin typeface="Avenir Book" panose="02000503020000020003" pitchFamily="2" charset="0"/>
                          <a:ea typeface="+mn-ea"/>
                          <a:cs typeface="+mn-cs"/>
                        </a:rPr>
                        <a:t>/, /movie/thriller/, /movie/adventure/, /movie/drama/, /</a:t>
                      </a:r>
                      <a:r>
                        <a:rPr lang="en-IN" sz="1600" b="0" kern="1200" dirty="0" err="1">
                          <a:solidFill>
                            <a:srgbClr val="000000"/>
                          </a:solidFill>
                          <a:latin typeface="Avenir Book" panose="02000503020000020003" pitchFamily="2" charset="0"/>
                          <a:ea typeface="+mn-ea"/>
                          <a:cs typeface="+mn-cs"/>
                        </a:rPr>
                        <a:t>tvshow</a:t>
                      </a:r>
                      <a:r>
                        <a:rPr lang="en-IN" sz="1600" b="0" kern="1200" dirty="0">
                          <a:solidFill>
                            <a:srgbClr val="000000"/>
                          </a:solidFill>
                          <a:latin typeface="Avenir Book" panose="02000503020000020003" pitchFamily="2" charset="0"/>
                          <a:ea typeface="+mn-ea"/>
                          <a:cs typeface="+mn-cs"/>
                        </a:rPr>
                        <a:t>/</a:t>
                      </a:r>
                      <a:r>
                        <a:rPr lang="en-IN" sz="1600" b="0" kern="1200" dirty="0" err="1">
                          <a:solidFill>
                            <a:srgbClr val="000000"/>
                          </a:solidFill>
                          <a:latin typeface="Avenir Book" panose="02000503020000020003" pitchFamily="2" charset="0"/>
                          <a:ea typeface="+mn-ea"/>
                          <a:cs typeface="+mn-cs"/>
                        </a:rPr>
                        <a:t>scifi</a:t>
                      </a:r>
                      <a:r>
                        <a:rPr lang="en-IN" sz="1600" b="0" kern="1200" dirty="0">
                          <a:solidFill>
                            <a:srgbClr val="000000"/>
                          </a:solidFill>
                          <a:latin typeface="Avenir Book" panose="02000503020000020003" pitchFamily="2" charset="0"/>
                          <a:ea typeface="+mn-ea"/>
                          <a:cs typeface="+mn-cs"/>
                        </a:rPr>
                        <a:t>/, /</a:t>
                      </a:r>
                      <a:r>
                        <a:rPr lang="en-IN" sz="1600" b="0" kern="1200" dirty="0" err="1">
                          <a:solidFill>
                            <a:srgbClr val="000000"/>
                          </a:solidFill>
                          <a:latin typeface="Avenir Book" panose="02000503020000020003" pitchFamily="2" charset="0"/>
                          <a:ea typeface="+mn-ea"/>
                          <a:cs typeface="+mn-cs"/>
                        </a:rPr>
                        <a:t>tvshow</a:t>
                      </a:r>
                      <a:r>
                        <a:rPr lang="en-IN" sz="1600" b="0" kern="1200" dirty="0">
                          <a:solidFill>
                            <a:srgbClr val="000000"/>
                          </a:solidFill>
                          <a:latin typeface="Avenir Book" panose="02000503020000020003" pitchFamily="2" charset="0"/>
                          <a:ea typeface="+mn-ea"/>
                          <a:cs typeface="+mn-cs"/>
                        </a:rPr>
                        <a:t>/action/, /</a:t>
                      </a:r>
                      <a:r>
                        <a:rPr lang="en-IN" sz="1600" b="0" kern="1200" dirty="0" err="1">
                          <a:solidFill>
                            <a:srgbClr val="000000"/>
                          </a:solidFill>
                          <a:latin typeface="Avenir Book" panose="02000503020000020003" pitchFamily="2" charset="0"/>
                          <a:ea typeface="+mn-ea"/>
                          <a:cs typeface="+mn-cs"/>
                        </a:rPr>
                        <a:t>tvshow</a:t>
                      </a:r>
                      <a:r>
                        <a:rPr lang="en-IN" sz="1600" b="0" kern="1200" dirty="0">
                          <a:solidFill>
                            <a:srgbClr val="000000"/>
                          </a:solidFill>
                          <a:latin typeface="Avenir Book" panose="02000503020000020003" pitchFamily="2" charset="0"/>
                          <a:ea typeface="+mn-ea"/>
                          <a:cs typeface="+mn-cs"/>
                        </a:rPr>
                        <a:t>/adventure/, /</a:t>
                      </a:r>
                      <a:r>
                        <a:rPr lang="en-IN" sz="1600" b="0" kern="1200" dirty="0" err="1">
                          <a:solidFill>
                            <a:srgbClr val="000000"/>
                          </a:solidFill>
                          <a:latin typeface="Avenir Book" panose="02000503020000020003" pitchFamily="2" charset="0"/>
                          <a:ea typeface="+mn-ea"/>
                          <a:cs typeface="+mn-cs"/>
                        </a:rPr>
                        <a:t>tvshow</a:t>
                      </a:r>
                      <a:r>
                        <a:rPr lang="en-IN" sz="1600" b="0" kern="1200" dirty="0">
                          <a:solidFill>
                            <a:srgbClr val="000000"/>
                          </a:solidFill>
                          <a:latin typeface="Avenir Book" panose="02000503020000020003" pitchFamily="2" charset="0"/>
                          <a:ea typeface="+mn-ea"/>
                          <a:cs typeface="+mn-cs"/>
                        </a:rPr>
                        <a:t>/anime/, /</a:t>
                      </a:r>
                      <a:r>
                        <a:rPr lang="en-IN" sz="1600" b="0" kern="1200" dirty="0" err="1">
                          <a:solidFill>
                            <a:srgbClr val="000000"/>
                          </a:solidFill>
                          <a:latin typeface="Avenir Book" panose="02000503020000020003" pitchFamily="2" charset="0"/>
                          <a:ea typeface="+mn-ea"/>
                          <a:cs typeface="+mn-cs"/>
                        </a:rPr>
                        <a:t>tvshow</a:t>
                      </a:r>
                      <a:r>
                        <a:rPr lang="en-IN" sz="1600" b="0" kern="1200" dirty="0">
                          <a:solidFill>
                            <a:srgbClr val="000000"/>
                          </a:solidFill>
                          <a:latin typeface="Avenir Book" panose="02000503020000020003" pitchFamily="2" charset="0"/>
                          <a:ea typeface="+mn-ea"/>
                          <a:cs typeface="+mn-cs"/>
                        </a:rPr>
                        <a:t>/documentary/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32906586"/>
                  </a:ext>
                </a:extLst>
              </a:tr>
              <a:tr h="3375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b="0" kern="1200" dirty="0" err="1">
                          <a:solidFill>
                            <a:srgbClr val="000000"/>
                          </a:solidFill>
                          <a:latin typeface="Avenir Book" panose="02000503020000020003" pitchFamily="2" charset="0"/>
                          <a:ea typeface="+mn-ea"/>
                          <a:cs typeface="+mn-cs"/>
                        </a:rPr>
                        <a:t>page_url</a:t>
                      </a:r>
                      <a:endParaRPr lang="en-IN" sz="1600" b="0" kern="1200" dirty="0">
                        <a:solidFill>
                          <a:srgbClr val="000000"/>
                        </a:solidFill>
                        <a:latin typeface="Avenir Book" panose="02000503020000020003" pitchFamily="2" charset="0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b="0" kern="1200" dirty="0">
                          <a:solidFill>
                            <a:srgbClr val="000000"/>
                          </a:solidFill>
                          <a:latin typeface="Avenir Book" panose="02000503020000020003" pitchFamily="2" charset="0"/>
                          <a:ea typeface="+mn-ea"/>
                          <a:cs typeface="+mn-cs"/>
                        </a:rPr>
                        <a:t>(</a:t>
                      </a:r>
                      <a:r>
                        <a:rPr lang="en-IN" sz="1600" b="0" kern="1200" dirty="0" err="1">
                          <a:solidFill>
                            <a:srgbClr val="000000"/>
                          </a:solidFill>
                          <a:latin typeface="Avenir Book" panose="02000503020000020003" pitchFamily="2" charset="0"/>
                          <a:ea typeface="+mn-ea"/>
                          <a:cs typeface="+mn-cs"/>
                        </a:rPr>
                        <a:t>click_type</a:t>
                      </a:r>
                      <a:r>
                        <a:rPr lang="en-IN" sz="1600" b="0" kern="1200" dirty="0">
                          <a:solidFill>
                            <a:srgbClr val="000000"/>
                          </a:solidFill>
                          <a:latin typeface="Avenir Book" panose="02000503020000020003" pitchFamily="2" charset="0"/>
                          <a:ea typeface="+mn-ea"/>
                          <a:cs typeface="+mn-cs"/>
                        </a:rPr>
                        <a:t> = “Internal Link”)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b="0" kern="1200" dirty="0">
                          <a:solidFill>
                            <a:srgbClr val="000000"/>
                          </a:solidFill>
                          <a:latin typeface="Avenir Book" panose="02000503020000020003" pitchFamily="2" charset="0"/>
                          <a:ea typeface="+mn-ea"/>
                          <a:cs typeface="+mn-cs"/>
                        </a:rPr>
                        <a:t>/browse/action, /browse/cartoon, /browse/thriller, /browse/</a:t>
                      </a:r>
                      <a:r>
                        <a:rPr lang="en-IN" sz="1600" b="0" kern="1200" dirty="0" err="1">
                          <a:solidFill>
                            <a:srgbClr val="000000"/>
                          </a:solidFill>
                          <a:latin typeface="Avenir Book" panose="02000503020000020003" pitchFamily="2" charset="0"/>
                          <a:ea typeface="+mn-ea"/>
                          <a:cs typeface="+mn-cs"/>
                        </a:rPr>
                        <a:t>scifi</a:t>
                      </a:r>
                      <a:r>
                        <a:rPr lang="en-IN" sz="1600" b="0" kern="1200" dirty="0">
                          <a:solidFill>
                            <a:srgbClr val="000000"/>
                          </a:solidFill>
                          <a:latin typeface="Avenir Book" panose="02000503020000020003" pitchFamily="2" charset="0"/>
                          <a:ea typeface="+mn-ea"/>
                          <a:cs typeface="+mn-cs"/>
                        </a:rPr>
                        <a:t>, /browse/adventure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47818338"/>
                  </a:ext>
                </a:extLst>
              </a:tr>
            </a:tbl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6A047137-1B1B-90CD-B6CB-FEE55D6E3C91}"/>
              </a:ext>
            </a:extLst>
          </p:cNvPr>
          <p:cNvSpPr txBox="1">
            <a:spLocks/>
          </p:cNvSpPr>
          <p:nvPr/>
        </p:nvSpPr>
        <p:spPr>
          <a:xfrm>
            <a:off x="323890" y="136525"/>
            <a:ext cx="11489526" cy="112567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en-US"/>
            </a:defPPr>
            <a:lvl1pPr>
              <a:lnSpc>
                <a:spcPct val="100000"/>
              </a:lnSpc>
              <a:spcBef>
                <a:spcPct val="0"/>
              </a:spcBef>
              <a:buNone/>
              <a:defRPr sz="6000" b="1">
                <a:gradFill>
                  <a:gsLst>
                    <a:gs pos="0">
                      <a:srgbClr val="FF7E79"/>
                    </a:gs>
                    <a:gs pos="100000">
                      <a:srgbClr val="00FB92"/>
                    </a:gs>
                  </a:gsLst>
                  <a:lin ang="13800000" scaled="0"/>
                </a:gradFill>
                <a:latin typeface="Avenir Book" panose="02000503020000020003" pitchFamily="2" charset="0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rgbClr val="0096FF"/>
                </a:solidFill>
              </a:rPr>
              <a:t>Column Description</a:t>
            </a:r>
          </a:p>
        </p:txBody>
      </p:sp>
    </p:spTree>
    <p:extLst>
      <p:ext uri="{BB962C8B-B14F-4D97-AF65-F5344CB8AC3E}">
        <p14:creationId xmlns:p14="http://schemas.microsoft.com/office/powerpoint/2010/main" val="28954784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9800791-17D9-167E-C102-D9E7E39C3F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DBA205-C8F4-68A2-34EB-F42CB51A07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904933" y="6356349"/>
            <a:ext cx="2154534" cy="365125"/>
          </a:xfrm>
        </p:spPr>
        <p:txBody>
          <a:bodyPr/>
          <a:lstStyle/>
          <a:p>
            <a:r>
              <a:rPr lang="en-US" sz="1600">
                <a:solidFill>
                  <a:srgbClr val="000000"/>
                </a:solidFill>
              </a:rPr>
              <a:t>www.3aayaam.in</a:t>
            </a:r>
            <a:endParaRPr lang="en-US" sz="1600" dirty="0">
              <a:solidFill>
                <a:srgbClr val="000000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14245C-318A-1655-85AC-D53413B464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7</a:t>
            </a:fld>
            <a:endParaRPr lang="en-US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A58E6C27-EDBE-1A4C-F5B0-7E981B3191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8042820"/>
              </p:ext>
            </p:extLst>
          </p:nvPr>
        </p:nvGraphicFramePr>
        <p:xfrm>
          <a:off x="323891" y="1382856"/>
          <a:ext cx="8218530" cy="4086540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2384140">
                  <a:extLst>
                    <a:ext uri="{9D8B030D-6E8A-4147-A177-3AD203B41FA5}">
                      <a16:colId xmlns:a16="http://schemas.microsoft.com/office/drawing/2014/main" val="1751695358"/>
                    </a:ext>
                  </a:extLst>
                </a:gridCol>
                <a:gridCol w="5834390">
                  <a:extLst>
                    <a:ext uri="{9D8B030D-6E8A-4147-A177-3AD203B41FA5}">
                      <a16:colId xmlns:a16="http://schemas.microsoft.com/office/drawing/2014/main" val="2372752648"/>
                    </a:ext>
                  </a:extLst>
                </a:gridCol>
              </a:tblGrid>
              <a:tr h="337500">
                <a:tc>
                  <a:txBody>
                    <a:bodyPr/>
                    <a:lstStyle/>
                    <a:p>
                      <a:r>
                        <a:rPr lang="en-US" sz="1600" b="0" dirty="0">
                          <a:solidFill>
                            <a:srgbClr val="000000"/>
                          </a:solidFill>
                          <a:latin typeface="Avenir Book" panose="02000503020000020003" pitchFamily="2" charset="0"/>
                        </a:rPr>
                        <a:t>Column Name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dirty="0">
                          <a:solidFill>
                            <a:srgbClr val="000000"/>
                          </a:solidFill>
                          <a:latin typeface="Avenir Book" panose="02000503020000020003" pitchFamily="2" charset="0"/>
                        </a:rPr>
                        <a:t>Details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2313930"/>
                  </a:ext>
                </a:extLst>
              </a:tr>
              <a:tr h="3375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b="0" kern="1200" dirty="0" err="1">
                          <a:solidFill>
                            <a:srgbClr val="000000"/>
                          </a:solidFill>
                          <a:latin typeface="Avenir Book" panose="02000503020000020003" pitchFamily="2" charset="0"/>
                          <a:ea typeface="+mn-ea"/>
                          <a:cs typeface="+mn-cs"/>
                        </a:rPr>
                        <a:t>search_keywords</a:t>
                      </a:r>
                      <a:endParaRPr lang="en-IN" sz="1600" b="0" kern="1200" dirty="0">
                        <a:solidFill>
                          <a:srgbClr val="000000"/>
                        </a:solidFill>
                        <a:latin typeface="Avenir Book" panose="02000503020000020003" pitchFamily="2" charset="0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b="0" kern="1200" dirty="0">
                          <a:solidFill>
                            <a:srgbClr val="000000"/>
                          </a:solidFill>
                          <a:latin typeface="Avenir Book" panose="02000503020000020003" pitchFamily="2" charset="0"/>
                          <a:ea typeface="+mn-ea"/>
                          <a:cs typeface="+mn-cs"/>
                        </a:rPr>
                        <a:t>(</a:t>
                      </a:r>
                      <a:r>
                        <a:rPr lang="en-IN" sz="1600" b="0" kern="1200" dirty="0" err="1">
                          <a:solidFill>
                            <a:srgbClr val="000000"/>
                          </a:solidFill>
                          <a:latin typeface="Avenir Book" panose="02000503020000020003" pitchFamily="2" charset="0"/>
                          <a:ea typeface="+mn-ea"/>
                          <a:cs typeface="+mn-cs"/>
                        </a:rPr>
                        <a:t>click_type</a:t>
                      </a:r>
                      <a:r>
                        <a:rPr lang="en-IN" sz="1600" b="0" kern="1200" dirty="0">
                          <a:solidFill>
                            <a:srgbClr val="000000"/>
                          </a:solidFill>
                          <a:latin typeface="Avenir Book" panose="02000503020000020003" pitchFamily="2" charset="0"/>
                          <a:ea typeface="+mn-ea"/>
                          <a:cs typeface="+mn-cs"/>
                        </a:rPr>
                        <a:t> = “Search”)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b="0" kern="1200" dirty="0">
                          <a:solidFill>
                            <a:srgbClr val="000000"/>
                          </a:solidFill>
                          <a:latin typeface="Avenir Book" panose="02000503020000020003" pitchFamily="2" charset="0"/>
                          <a:ea typeface="+mn-ea"/>
                          <a:cs typeface="+mn-cs"/>
                        </a:rPr>
                        <a:t>/search/</a:t>
                      </a:r>
                      <a:r>
                        <a:rPr lang="en-IN" sz="1600" b="0" kern="1200" dirty="0" err="1">
                          <a:solidFill>
                            <a:srgbClr val="000000"/>
                          </a:solidFill>
                          <a:latin typeface="Avenir Book" panose="02000503020000020003" pitchFamily="2" charset="0"/>
                          <a:ea typeface="+mn-ea"/>
                          <a:cs typeface="+mn-cs"/>
                        </a:rPr>
                        <a:t>results?q</a:t>
                      </a:r>
                      <a:r>
                        <a:rPr lang="en-IN" sz="1600" b="0" kern="1200" dirty="0">
                          <a:solidFill>
                            <a:srgbClr val="000000"/>
                          </a:solidFill>
                          <a:latin typeface="Avenir Book" panose="02000503020000020003" pitchFamily="2" charset="0"/>
                          <a:ea typeface="+mn-ea"/>
                          <a:cs typeface="+mn-cs"/>
                        </a:rPr>
                        <a:t>=</a:t>
                      </a:r>
                      <a:r>
                        <a:rPr lang="en-IN" sz="1600" b="0" kern="1200" dirty="0" err="1">
                          <a:solidFill>
                            <a:srgbClr val="000000"/>
                          </a:solidFill>
                          <a:latin typeface="Avenir Book" panose="02000503020000020003" pitchFamily="2" charset="0"/>
                          <a:ea typeface="+mn-ea"/>
                          <a:cs typeface="+mn-cs"/>
                        </a:rPr>
                        <a:t>scifi</a:t>
                      </a:r>
                      <a:r>
                        <a:rPr lang="en-IN" sz="1600" b="0" kern="1200" dirty="0">
                          <a:solidFill>
                            <a:srgbClr val="000000"/>
                          </a:solidFill>
                          <a:latin typeface="Avenir Book" panose="02000503020000020003" pitchFamily="2" charset="0"/>
                          <a:ea typeface="+mn-ea"/>
                          <a:cs typeface="+mn-cs"/>
                        </a:rPr>
                        <a:t>,</a:t>
                      </a:r>
                      <a:br>
                        <a:rPr lang="en-IN" sz="1600" b="0" kern="1200" dirty="0">
                          <a:solidFill>
                            <a:srgbClr val="000000"/>
                          </a:solidFill>
                          <a:latin typeface="Avenir Book" panose="02000503020000020003" pitchFamily="2" charset="0"/>
                          <a:ea typeface="+mn-ea"/>
                          <a:cs typeface="+mn-cs"/>
                        </a:rPr>
                      </a:br>
                      <a:r>
                        <a:rPr lang="en-IN" sz="1600" b="0" kern="1200" dirty="0">
                          <a:solidFill>
                            <a:srgbClr val="000000"/>
                          </a:solidFill>
                          <a:latin typeface="Avenir Book" panose="02000503020000020003" pitchFamily="2" charset="0"/>
                          <a:ea typeface="+mn-ea"/>
                          <a:cs typeface="+mn-cs"/>
                        </a:rPr>
                        <a:t> /search/</a:t>
                      </a:r>
                      <a:r>
                        <a:rPr lang="en-IN" sz="1600" b="0" kern="1200" dirty="0" err="1">
                          <a:solidFill>
                            <a:srgbClr val="000000"/>
                          </a:solidFill>
                          <a:latin typeface="Avenir Book" panose="02000503020000020003" pitchFamily="2" charset="0"/>
                          <a:ea typeface="+mn-ea"/>
                          <a:cs typeface="+mn-cs"/>
                        </a:rPr>
                        <a:t>results?q</a:t>
                      </a:r>
                      <a:r>
                        <a:rPr lang="en-IN" sz="1600" b="0" kern="1200" dirty="0">
                          <a:solidFill>
                            <a:srgbClr val="000000"/>
                          </a:solidFill>
                          <a:latin typeface="Avenir Book" panose="02000503020000020003" pitchFamily="2" charset="0"/>
                          <a:ea typeface="+mn-ea"/>
                          <a:cs typeface="+mn-cs"/>
                        </a:rPr>
                        <a:t>=</a:t>
                      </a:r>
                      <a:r>
                        <a:rPr lang="en-IN" sz="1600" b="0" kern="1200" dirty="0" err="1">
                          <a:solidFill>
                            <a:srgbClr val="000000"/>
                          </a:solidFill>
                          <a:latin typeface="Avenir Book" panose="02000503020000020003" pitchFamily="2" charset="0"/>
                          <a:ea typeface="+mn-ea"/>
                          <a:cs typeface="+mn-cs"/>
                        </a:rPr>
                        <a:t>tom+hanks</a:t>
                      </a:r>
                      <a:r>
                        <a:rPr lang="en-IN" sz="1600" b="0" kern="1200" dirty="0">
                          <a:solidFill>
                            <a:srgbClr val="000000"/>
                          </a:solidFill>
                          <a:latin typeface="Avenir Book" panose="02000503020000020003" pitchFamily="2" charset="0"/>
                          <a:ea typeface="+mn-ea"/>
                          <a:cs typeface="+mn-cs"/>
                        </a:rPr>
                        <a:t>,</a:t>
                      </a:r>
                      <a:br>
                        <a:rPr lang="en-IN" sz="1600" b="0" kern="1200" dirty="0">
                          <a:solidFill>
                            <a:srgbClr val="000000"/>
                          </a:solidFill>
                          <a:latin typeface="Avenir Book" panose="02000503020000020003" pitchFamily="2" charset="0"/>
                          <a:ea typeface="+mn-ea"/>
                          <a:cs typeface="+mn-cs"/>
                        </a:rPr>
                      </a:br>
                      <a:r>
                        <a:rPr lang="en-IN" sz="1600" b="0" kern="1200" dirty="0">
                          <a:solidFill>
                            <a:srgbClr val="000000"/>
                          </a:solidFill>
                          <a:latin typeface="Avenir Book" panose="02000503020000020003" pitchFamily="2" charset="0"/>
                          <a:ea typeface="+mn-ea"/>
                          <a:cs typeface="+mn-cs"/>
                        </a:rPr>
                        <a:t> /search/</a:t>
                      </a:r>
                      <a:r>
                        <a:rPr lang="en-IN" sz="1600" b="0" kern="1200" dirty="0" err="1">
                          <a:solidFill>
                            <a:srgbClr val="000000"/>
                          </a:solidFill>
                          <a:latin typeface="Avenir Book" panose="02000503020000020003" pitchFamily="2" charset="0"/>
                          <a:ea typeface="+mn-ea"/>
                          <a:cs typeface="+mn-cs"/>
                        </a:rPr>
                        <a:t>results?q</a:t>
                      </a:r>
                      <a:r>
                        <a:rPr lang="en-IN" sz="1600" b="0" kern="1200" dirty="0">
                          <a:solidFill>
                            <a:srgbClr val="000000"/>
                          </a:solidFill>
                          <a:latin typeface="Avenir Book" panose="02000503020000020003" pitchFamily="2" charset="0"/>
                          <a:ea typeface="+mn-ea"/>
                          <a:cs typeface="+mn-cs"/>
                        </a:rPr>
                        <a:t>=</a:t>
                      </a:r>
                      <a:r>
                        <a:rPr lang="en-IN" sz="1600" b="0" kern="1200" dirty="0" err="1">
                          <a:solidFill>
                            <a:srgbClr val="000000"/>
                          </a:solidFill>
                          <a:latin typeface="Avenir Book" panose="02000503020000020003" pitchFamily="2" charset="0"/>
                          <a:ea typeface="+mn-ea"/>
                          <a:cs typeface="+mn-cs"/>
                        </a:rPr>
                        <a:t>christopher+nolan</a:t>
                      </a:r>
                      <a:r>
                        <a:rPr lang="en-IN" sz="1600" b="0" kern="1200" dirty="0">
                          <a:solidFill>
                            <a:srgbClr val="000000"/>
                          </a:solidFill>
                          <a:latin typeface="Avenir Book" panose="02000503020000020003" pitchFamily="2" charset="0"/>
                          <a:ea typeface="+mn-ea"/>
                          <a:cs typeface="+mn-cs"/>
                        </a:rPr>
                        <a:t>,</a:t>
                      </a:r>
                      <a:br>
                        <a:rPr lang="en-IN" sz="1600" b="0" kern="1200" dirty="0">
                          <a:solidFill>
                            <a:srgbClr val="000000"/>
                          </a:solidFill>
                          <a:latin typeface="Avenir Book" panose="02000503020000020003" pitchFamily="2" charset="0"/>
                          <a:ea typeface="+mn-ea"/>
                          <a:cs typeface="+mn-cs"/>
                        </a:rPr>
                      </a:br>
                      <a:r>
                        <a:rPr lang="en-IN" sz="1600" b="0" kern="1200" dirty="0">
                          <a:solidFill>
                            <a:srgbClr val="000000"/>
                          </a:solidFill>
                          <a:latin typeface="Avenir Book" panose="02000503020000020003" pitchFamily="2" charset="0"/>
                          <a:ea typeface="+mn-ea"/>
                          <a:cs typeface="+mn-cs"/>
                        </a:rPr>
                        <a:t> /search/</a:t>
                      </a:r>
                      <a:r>
                        <a:rPr lang="en-IN" sz="1600" b="0" kern="1200" dirty="0" err="1">
                          <a:solidFill>
                            <a:srgbClr val="000000"/>
                          </a:solidFill>
                          <a:latin typeface="Avenir Book" panose="02000503020000020003" pitchFamily="2" charset="0"/>
                          <a:ea typeface="+mn-ea"/>
                          <a:cs typeface="+mn-cs"/>
                        </a:rPr>
                        <a:t>results?q</a:t>
                      </a:r>
                      <a:r>
                        <a:rPr lang="en-IN" sz="1600" b="0" kern="1200" dirty="0">
                          <a:solidFill>
                            <a:srgbClr val="000000"/>
                          </a:solidFill>
                          <a:latin typeface="Avenir Book" panose="02000503020000020003" pitchFamily="2" charset="0"/>
                          <a:ea typeface="+mn-ea"/>
                          <a:cs typeface="+mn-cs"/>
                        </a:rPr>
                        <a:t>=</a:t>
                      </a:r>
                      <a:r>
                        <a:rPr lang="en-IN" sz="1600" b="0" kern="1200" dirty="0" err="1">
                          <a:solidFill>
                            <a:srgbClr val="000000"/>
                          </a:solidFill>
                          <a:latin typeface="Avenir Book" panose="02000503020000020003" pitchFamily="2" charset="0"/>
                          <a:ea typeface="+mn-ea"/>
                          <a:cs typeface="+mn-cs"/>
                        </a:rPr>
                        <a:t>drama+anupam+kher</a:t>
                      </a:r>
                      <a:r>
                        <a:rPr lang="en-IN" sz="1600" b="0" kern="1200" dirty="0">
                          <a:solidFill>
                            <a:srgbClr val="000000"/>
                          </a:solidFill>
                          <a:latin typeface="Avenir Book" panose="02000503020000020003" pitchFamily="2" charset="0"/>
                          <a:ea typeface="+mn-ea"/>
                          <a:cs typeface="+mn-cs"/>
                        </a:rPr>
                        <a:t>,</a:t>
                      </a:r>
                      <a:br>
                        <a:rPr lang="en-IN" sz="1600" b="0" kern="1200" dirty="0">
                          <a:solidFill>
                            <a:srgbClr val="000000"/>
                          </a:solidFill>
                          <a:latin typeface="Avenir Book" panose="02000503020000020003" pitchFamily="2" charset="0"/>
                          <a:ea typeface="+mn-ea"/>
                          <a:cs typeface="+mn-cs"/>
                        </a:rPr>
                      </a:br>
                      <a:r>
                        <a:rPr lang="en-IN" sz="1600" b="0" kern="1200" dirty="0">
                          <a:solidFill>
                            <a:srgbClr val="000000"/>
                          </a:solidFill>
                          <a:latin typeface="Avenir Book" panose="02000503020000020003" pitchFamily="2" charset="0"/>
                          <a:ea typeface="+mn-ea"/>
                          <a:cs typeface="+mn-cs"/>
                        </a:rPr>
                        <a:t> /search/</a:t>
                      </a:r>
                      <a:r>
                        <a:rPr lang="en-IN" sz="1600" b="0" kern="1200" dirty="0" err="1">
                          <a:solidFill>
                            <a:srgbClr val="000000"/>
                          </a:solidFill>
                          <a:latin typeface="Avenir Book" panose="02000503020000020003" pitchFamily="2" charset="0"/>
                          <a:ea typeface="+mn-ea"/>
                          <a:cs typeface="+mn-cs"/>
                        </a:rPr>
                        <a:t>results?q</a:t>
                      </a:r>
                      <a:r>
                        <a:rPr lang="en-IN" sz="1600" b="0" kern="1200" dirty="0">
                          <a:solidFill>
                            <a:srgbClr val="000000"/>
                          </a:solidFill>
                          <a:latin typeface="Avenir Book" panose="02000503020000020003" pitchFamily="2" charset="0"/>
                          <a:ea typeface="+mn-ea"/>
                          <a:cs typeface="+mn-cs"/>
                        </a:rPr>
                        <a:t>=</a:t>
                      </a:r>
                      <a:r>
                        <a:rPr lang="en-IN" sz="1600" b="0" kern="1200" dirty="0" err="1">
                          <a:solidFill>
                            <a:srgbClr val="000000"/>
                          </a:solidFill>
                          <a:latin typeface="Avenir Book" panose="02000503020000020003" pitchFamily="2" charset="0"/>
                          <a:ea typeface="+mn-ea"/>
                          <a:cs typeface="+mn-cs"/>
                        </a:rPr>
                        <a:t>action+jason+statham</a:t>
                      </a:r>
                      <a:r>
                        <a:rPr lang="en-IN" sz="1600" b="0" kern="1200" dirty="0">
                          <a:solidFill>
                            <a:srgbClr val="000000"/>
                          </a:solidFill>
                          <a:latin typeface="Avenir Book" panose="02000503020000020003" pitchFamily="2" charset="0"/>
                          <a:ea typeface="+mn-ea"/>
                          <a:cs typeface="+mn-cs"/>
                        </a:rPr>
                        <a:t>,</a:t>
                      </a:r>
                      <a:br>
                        <a:rPr lang="en-IN" sz="1600" b="0" kern="1200" dirty="0">
                          <a:solidFill>
                            <a:srgbClr val="000000"/>
                          </a:solidFill>
                          <a:latin typeface="Avenir Book" panose="02000503020000020003" pitchFamily="2" charset="0"/>
                          <a:ea typeface="+mn-ea"/>
                          <a:cs typeface="+mn-cs"/>
                        </a:rPr>
                      </a:br>
                      <a:r>
                        <a:rPr lang="en-IN" sz="1600" b="0" kern="1200" dirty="0">
                          <a:solidFill>
                            <a:srgbClr val="000000"/>
                          </a:solidFill>
                          <a:latin typeface="Avenir Book" panose="02000503020000020003" pitchFamily="2" charset="0"/>
                          <a:ea typeface="+mn-ea"/>
                          <a:cs typeface="+mn-cs"/>
                        </a:rPr>
                        <a:t> /search/</a:t>
                      </a:r>
                      <a:r>
                        <a:rPr lang="en-IN" sz="1600" b="0" kern="1200" dirty="0" err="1">
                          <a:solidFill>
                            <a:srgbClr val="000000"/>
                          </a:solidFill>
                          <a:latin typeface="Avenir Book" panose="02000503020000020003" pitchFamily="2" charset="0"/>
                          <a:ea typeface="+mn-ea"/>
                          <a:cs typeface="+mn-cs"/>
                        </a:rPr>
                        <a:t>results?q</a:t>
                      </a:r>
                      <a:r>
                        <a:rPr lang="en-IN" sz="1600" b="0" kern="1200" dirty="0">
                          <a:solidFill>
                            <a:srgbClr val="000000"/>
                          </a:solidFill>
                          <a:latin typeface="Avenir Book" panose="02000503020000020003" pitchFamily="2" charset="0"/>
                          <a:ea typeface="+mn-ea"/>
                          <a:cs typeface="+mn-cs"/>
                        </a:rPr>
                        <a:t>=</a:t>
                      </a:r>
                      <a:r>
                        <a:rPr lang="en-IN" sz="1600" b="0" kern="1200" dirty="0" err="1">
                          <a:solidFill>
                            <a:srgbClr val="000000"/>
                          </a:solidFill>
                          <a:latin typeface="Avenir Book" panose="02000503020000020003" pitchFamily="2" charset="0"/>
                          <a:ea typeface="+mn-ea"/>
                          <a:cs typeface="+mn-cs"/>
                        </a:rPr>
                        <a:t>action+matt+damon</a:t>
                      </a:r>
                      <a:r>
                        <a:rPr lang="en-IN" sz="1600" b="0" kern="1200" dirty="0">
                          <a:solidFill>
                            <a:srgbClr val="000000"/>
                          </a:solidFill>
                          <a:latin typeface="Avenir Book" panose="02000503020000020003" pitchFamily="2" charset="0"/>
                          <a:ea typeface="+mn-ea"/>
                          <a:cs typeface="+mn-cs"/>
                        </a:rPr>
                        <a:t>,</a:t>
                      </a:r>
                      <a:br>
                        <a:rPr lang="en-IN" sz="1600" b="0" kern="1200" dirty="0">
                          <a:solidFill>
                            <a:srgbClr val="000000"/>
                          </a:solidFill>
                          <a:latin typeface="Avenir Book" panose="02000503020000020003" pitchFamily="2" charset="0"/>
                          <a:ea typeface="+mn-ea"/>
                          <a:cs typeface="+mn-cs"/>
                        </a:rPr>
                      </a:br>
                      <a:r>
                        <a:rPr lang="en-IN" sz="1600" b="0" kern="1200" dirty="0">
                          <a:solidFill>
                            <a:srgbClr val="000000"/>
                          </a:solidFill>
                          <a:latin typeface="Avenir Book" panose="02000503020000020003" pitchFamily="2" charset="0"/>
                          <a:ea typeface="+mn-ea"/>
                          <a:cs typeface="+mn-cs"/>
                        </a:rPr>
                        <a:t> /search/</a:t>
                      </a:r>
                      <a:r>
                        <a:rPr lang="en-IN" sz="1600" b="0" kern="1200" dirty="0" err="1">
                          <a:solidFill>
                            <a:srgbClr val="000000"/>
                          </a:solidFill>
                          <a:latin typeface="Avenir Book" panose="02000503020000020003" pitchFamily="2" charset="0"/>
                          <a:ea typeface="+mn-ea"/>
                          <a:cs typeface="+mn-cs"/>
                        </a:rPr>
                        <a:t>results?q</a:t>
                      </a:r>
                      <a:r>
                        <a:rPr lang="en-IN" sz="1600" b="0" kern="1200" dirty="0">
                          <a:solidFill>
                            <a:srgbClr val="000000"/>
                          </a:solidFill>
                          <a:latin typeface="Avenir Book" panose="02000503020000020003" pitchFamily="2" charset="0"/>
                          <a:ea typeface="+mn-ea"/>
                          <a:cs typeface="+mn-cs"/>
                        </a:rPr>
                        <a:t>=</a:t>
                      </a:r>
                      <a:r>
                        <a:rPr lang="en-IN" sz="1600" b="0" kern="1200" dirty="0" err="1">
                          <a:solidFill>
                            <a:srgbClr val="000000"/>
                          </a:solidFill>
                          <a:latin typeface="Avenir Book" panose="02000503020000020003" pitchFamily="2" charset="0"/>
                          <a:ea typeface="+mn-ea"/>
                          <a:cs typeface="+mn-cs"/>
                        </a:rPr>
                        <a:t>angelina+jolie</a:t>
                      </a:r>
                      <a:r>
                        <a:rPr lang="en-IN" sz="1600" b="0" kern="1200" dirty="0">
                          <a:solidFill>
                            <a:srgbClr val="000000"/>
                          </a:solidFill>
                          <a:latin typeface="Avenir Book" panose="02000503020000020003" pitchFamily="2" charset="0"/>
                          <a:ea typeface="+mn-ea"/>
                          <a:cs typeface="+mn-cs"/>
                        </a:rPr>
                        <a:t>,</a:t>
                      </a:r>
                      <a:br>
                        <a:rPr lang="en-IN" sz="1600" b="0" kern="1200" dirty="0">
                          <a:solidFill>
                            <a:srgbClr val="000000"/>
                          </a:solidFill>
                          <a:latin typeface="Avenir Book" panose="02000503020000020003" pitchFamily="2" charset="0"/>
                          <a:ea typeface="+mn-ea"/>
                          <a:cs typeface="+mn-cs"/>
                        </a:rPr>
                      </a:br>
                      <a:r>
                        <a:rPr lang="en-IN" sz="1600" b="0" kern="1200" dirty="0">
                          <a:solidFill>
                            <a:srgbClr val="000000"/>
                          </a:solidFill>
                          <a:latin typeface="Avenir Book" panose="02000503020000020003" pitchFamily="2" charset="0"/>
                          <a:ea typeface="+mn-ea"/>
                          <a:cs typeface="+mn-cs"/>
                        </a:rPr>
                        <a:t> /search/</a:t>
                      </a:r>
                      <a:r>
                        <a:rPr lang="en-IN" sz="1600" b="0" kern="1200" dirty="0" err="1">
                          <a:solidFill>
                            <a:srgbClr val="000000"/>
                          </a:solidFill>
                          <a:latin typeface="Avenir Book" panose="02000503020000020003" pitchFamily="2" charset="0"/>
                          <a:ea typeface="+mn-ea"/>
                          <a:cs typeface="+mn-cs"/>
                        </a:rPr>
                        <a:t>results?q</a:t>
                      </a:r>
                      <a:r>
                        <a:rPr lang="en-IN" sz="1600" b="0" kern="1200" dirty="0">
                          <a:solidFill>
                            <a:srgbClr val="000000"/>
                          </a:solidFill>
                          <a:latin typeface="Avenir Book" panose="02000503020000020003" pitchFamily="2" charset="0"/>
                          <a:ea typeface="+mn-ea"/>
                          <a:cs typeface="+mn-cs"/>
                        </a:rPr>
                        <a:t>=</a:t>
                      </a:r>
                      <a:r>
                        <a:rPr lang="en-IN" sz="1600" b="0" kern="1200" dirty="0" err="1">
                          <a:solidFill>
                            <a:srgbClr val="000000"/>
                          </a:solidFill>
                          <a:latin typeface="Avenir Book" panose="02000503020000020003" pitchFamily="2" charset="0"/>
                          <a:ea typeface="+mn-ea"/>
                          <a:cs typeface="+mn-cs"/>
                        </a:rPr>
                        <a:t>romance+matthew+mcconaughey</a:t>
                      </a:r>
                      <a:r>
                        <a:rPr lang="en-IN" sz="1600" b="0" kern="1200" dirty="0">
                          <a:solidFill>
                            <a:srgbClr val="000000"/>
                          </a:solidFill>
                          <a:latin typeface="Avenir Book" panose="02000503020000020003" pitchFamily="2" charset="0"/>
                          <a:ea typeface="+mn-ea"/>
                          <a:cs typeface="+mn-cs"/>
                        </a:rPr>
                        <a:t>,</a:t>
                      </a:r>
                      <a:br>
                        <a:rPr lang="en-IN" sz="1600" b="0" kern="1200" dirty="0">
                          <a:solidFill>
                            <a:srgbClr val="000000"/>
                          </a:solidFill>
                          <a:latin typeface="Avenir Book" panose="02000503020000020003" pitchFamily="2" charset="0"/>
                          <a:ea typeface="+mn-ea"/>
                          <a:cs typeface="+mn-cs"/>
                        </a:rPr>
                      </a:br>
                      <a:r>
                        <a:rPr lang="en-IN" sz="1600" b="0" kern="1200" dirty="0">
                          <a:solidFill>
                            <a:srgbClr val="000000"/>
                          </a:solidFill>
                          <a:latin typeface="Avenir Book" panose="02000503020000020003" pitchFamily="2" charset="0"/>
                          <a:ea typeface="+mn-ea"/>
                          <a:cs typeface="+mn-cs"/>
                        </a:rPr>
                        <a:t> /search/</a:t>
                      </a:r>
                      <a:r>
                        <a:rPr lang="en-IN" sz="1600" b="0" kern="1200" dirty="0" err="1">
                          <a:solidFill>
                            <a:srgbClr val="000000"/>
                          </a:solidFill>
                          <a:latin typeface="Avenir Book" panose="02000503020000020003" pitchFamily="2" charset="0"/>
                          <a:ea typeface="+mn-ea"/>
                          <a:cs typeface="+mn-cs"/>
                        </a:rPr>
                        <a:t>results?q</a:t>
                      </a:r>
                      <a:r>
                        <a:rPr lang="en-IN" sz="1600" b="0" kern="1200" dirty="0">
                          <a:solidFill>
                            <a:srgbClr val="000000"/>
                          </a:solidFill>
                          <a:latin typeface="Avenir Book" panose="02000503020000020003" pitchFamily="2" charset="0"/>
                          <a:ea typeface="+mn-ea"/>
                          <a:cs typeface="+mn-cs"/>
                        </a:rPr>
                        <a:t>=</a:t>
                      </a:r>
                      <a:r>
                        <a:rPr lang="en-IN" sz="1600" b="0" kern="1200" dirty="0" err="1">
                          <a:solidFill>
                            <a:srgbClr val="000000"/>
                          </a:solidFill>
                          <a:latin typeface="Avenir Book" panose="02000503020000020003" pitchFamily="2" charset="0"/>
                          <a:ea typeface="+mn-ea"/>
                          <a:cs typeface="+mn-cs"/>
                        </a:rPr>
                        <a:t>comedy+adam+sandler</a:t>
                      </a:r>
                      <a:r>
                        <a:rPr lang="en-IN" sz="1600" b="0" kern="1200" dirty="0">
                          <a:solidFill>
                            <a:srgbClr val="000000"/>
                          </a:solidFill>
                          <a:latin typeface="Avenir Book" panose="02000503020000020003" pitchFamily="2" charset="0"/>
                          <a:ea typeface="+mn-ea"/>
                          <a:cs typeface="+mn-cs"/>
                        </a:rPr>
                        <a:t>,</a:t>
                      </a:r>
                      <a:br>
                        <a:rPr lang="en-IN" sz="1600" b="0" kern="1200" dirty="0">
                          <a:solidFill>
                            <a:srgbClr val="000000"/>
                          </a:solidFill>
                          <a:latin typeface="Avenir Book" panose="02000503020000020003" pitchFamily="2" charset="0"/>
                          <a:ea typeface="+mn-ea"/>
                          <a:cs typeface="+mn-cs"/>
                        </a:rPr>
                      </a:br>
                      <a:r>
                        <a:rPr lang="en-IN" sz="1600" b="0" kern="1200" dirty="0">
                          <a:solidFill>
                            <a:srgbClr val="000000"/>
                          </a:solidFill>
                          <a:latin typeface="Avenir Book" panose="02000503020000020003" pitchFamily="2" charset="0"/>
                          <a:ea typeface="+mn-ea"/>
                          <a:cs typeface="+mn-cs"/>
                        </a:rPr>
                        <a:t> /search/</a:t>
                      </a:r>
                      <a:r>
                        <a:rPr lang="en-IN" sz="1600" b="0" kern="1200" dirty="0" err="1">
                          <a:solidFill>
                            <a:srgbClr val="000000"/>
                          </a:solidFill>
                          <a:latin typeface="Avenir Book" panose="02000503020000020003" pitchFamily="2" charset="0"/>
                          <a:ea typeface="+mn-ea"/>
                          <a:cs typeface="+mn-cs"/>
                        </a:rPr>
                        <a:t>results?q</a:t>
                      </a:r>
                      <a:r>
                        <a:rPr lang="en-IN" sz="1600" b="0" kern="1200" dirty="0">
                          <a:solidFill>
                            <a:srgbClr val="000000"/>
                          </a:solidFill>
                          <a:latin typeface="Avenir Book" panose="02000503020000020003" pitchFamily="2" charset="0"/>
                          <a:ea typeface="+mn-ea"/>
                          <a:cs typeface="+mn-cs"/>
                        </a:rPr>
                        <a:t>=</a:t>
                      </a:r>
                      <a:r>
                        <a:rPr lang="en-IN" sz="1600" b="0" kern="1200" dirty="0" err="1">
                          <a:solidFill>
                            <a:srgbClr val="000000"/>
                          </a:solidFill>
                          <a:latin typeface="Avenir Book" panose="02000503020000020003" pitchFamily="2" charset="0"/>
                          <a:ea typeface="+mn-ea"/>
                          <a:cs typeface="+mn-cs"/>
                        </a:rPr>
                        <a:t>action+ajay+devgun</a:t>
                      </a:r>
                      <a:r>
                        <a:rPr lang="en-IN" sz="1600" b="0" kern="1200" dirty="0">
                          <a:solidFill>
                            <a:srgbClr val="000000"/>
                          </a:solidFill>
                          <a:latin typeface="Avenir Book" panose="02000503020000020003" pitchFamily="2" charset="0"/>
                          <a:ea typeface="+mn-ea"/>
                          <a:cs typeface="+mn-cs"/>
                        </a:rPr>
                        <a:t>,</a:t>
                      </a:r>
                      <a:br>
                        <a:rPr lang="en-IN" sz="1600" b="0" kern="1200" dirty="0">
                          <a:solidFill>
                            <a:srgbClr val="000000"/>
                          </a:solidFill>
                          <a:latin typeface="Avenir Book" panose="02000503020000020003" pitchFamily="2" charset="0"/>
                          <a:ea typeface="+mn-ea"/>
                          <a:cs typeface="+mn-cs"/>
                        </a:rPr>
                      </a:br>
                      <a:r>
                        <a:rPr lang="en-IN" sz="1600" b="0" kern="1200" dirty="0">
                          <a:solidFill>
                            <a:srgbClr val="000000"/>
                          </a:solidFill>
                          <a:latin typeface="Avenir Book" panose="02000503020000020003" pitchFamily="2" charset="0"/>
                          <a:ea typeface="+mn-ea"/>
                          <a:cs typeface="+mn-cs"/>
                        </a:rPr>
                        <a:t> /search/</a:t>
                      </a:r>
                      <a:r>
                        <a:rPr lang="en-IN" sz="1600" b="0" kern="1200" dirty="0" err="1">
                          <a:solidFill>
                            <a:srgbClr val="000000"/>
                          </a:solidFill>
                          <a:latin typeface="Avenir Book" panose="02000503020000020003" pitchFamily="2" charset="0"/>
                          <a:ea typeface="+mn-ea"/>
                          <a:cs typeface="+mn-cs"/>
                        </a:rPr>
                        <a:t>results?q</a:t>
                      </a:r>
                      <a:r>
                        <a:rPr lang="en-IN" sz="1600" b="0" kern="1200" dirty="0">
                          <a:solidFill>
                            <a:srgbClr val="000000"/>
                          </a:solidFill>
                          <a:latin typeface="Avenir Book" panose="02000503020000020003" pitchFamily="2" charset="0"/>
                          <a:ea typeface="+mn-ea"/>
                          <a:cs typeface="+mn-cs"/>
                        </a:rPr>
                        <a:t>=</a:t>
                      </a:r>
                      <a:r>
                        <a:rPr lang="en-IN" sz="1600" b="0" kern="1200" dirty="0" err="1">
                          <a:solidFill>
                            <a:srgbClr val="000000"/>
                          </a:solidFill>
                          <a:latin typeface="Avenir Book" panose="02000503020000020003" pitchFamily="2" charset="0"/>
                          <a:ea typeface="+mn-ea"/>
                          <a:cs typeface="+mn-cs"/>
                        </a:rPr>
                        <a:t>hindi+top+movies</a:t>
                      </a:r>
                      <a:r>
                        <a:rPr lang="en-IN" sz="1600" b="0" kern="1200" dirty="0">
                          <a:solidFill>
                            <a:srgbClr val="000000"/>
                          </a:solidFill>
                          <a:latin typeface="Avenir Book" panose="02000503020000020003" pitchFamily="2" charset="0"/>
                          <a:ea typeface="+mn-ea"/>
                          <a:cs typeface="+mn-cs"/>
                        </a:rPr>
                        <a:t>,</a:t>
                      </a:r>
                      <a:br>
                        <a:rPr lang="en-IN" sz="1600" b="0" kern="1200" dirty="0">
                          <a:solidFill>
                            <a:srgbClr val="000000"/>
                          </a:solidFill>
                          <a:latin typeface="Avenir Book" panose="02000503020000020003" pitchFamily="2" charset="0"/>
                          <a:ea typeface="+mn-ea"/>
                          <a:cs typeface="+mn-cs"/>
                        </a:rPr>
                      </a:br>
                      <a:r>
                        <a:rPr lang="en-IN" sz="1600" b="0" kern="1200" dirty="0">
                          <a:solidFill>
                            <a:srgbClr val="000000"/>
                          </a:solidFill>
                          <a:latin typeface="Avenir Book" panose="02000503020000020003" pitchFamily="2" charset="0"/>
                          <a:ea typeface="+mn-ea"/>
                          <a:cs typeface="+mn-cs"/>
                        </a:rPr>
                        <a:t> /search/</a:t>
                      </a:r>
                      <a:r>
                        <a:rPr lang="en-IN" sz="1600" b="0" kern="1200" dirty="0" err="1">
                          <a:solidFill>
                            <a:srgbClr val="000000"/>
                          </a:solidFill>
                          <a:latin typeface="Avenir Book" panose="02000503020000020003" pitchFamily="2" charset="0"/>
                          <a:ea typeface="+mn-ea"/>
                          <a:cs typeface="+mn-cs"/>
                        </a:rPr>
                        <a:t>results?q</a:t>
                      </a:r>
                      <a:r>
                        <a:rPr lang="en-IN" sz="1600" b="0" kern="1200" dirty="0">
                          <a:solidFill>
                            <a:srgbClr val="000000"/>
                          </a:solidFill>
                          <a:latin typeface="Avenir Book" panose="02000503020000020003" pitchFamily="2" charset="0"/>
                          <a:ea typeface="+mn-ea"/>
                          <a:cs typeface="+mn-cs"/>
                        </a:rPr>
                        <a:t>=</a:t>
                      </a:r>
                      <a:r>
                        <a:rPr lang="en-IN" sz="1600" b="0" kern="1200" dirty="0" err="1">
                          <a:solidFill>
                            <a:srgbClr val="000000"/>
                          </a:solidFill>
                          <a:latin typeface="Avenir Book" panose="02000503020000020003" pitchFamily="2" charset="0"/>
                          <a:ea typeface="+mn-ea"/>
                          <a:cs typeface="+mn-cs"/>
                        </a:rPr>
                        <a:t>koyuki+kato</a:t>
                      </a:r>
                      <a:r>
                        <a:rPr lang="en-IN" sz="1600" b="0" kern="1200" dirty="0">
                          <a:solidFill>
                            <a:srgbClr val="000000"/>
                          </a:solidFill>
                          <a:latin typeface="Avenir Book" panose="02000503020000020003" pitchFamily="2" charset="0"/>
                          <a:ea typeface="+mn-ea"/>
                          <a:cs typeface="+mn-cs"/>
                        </a:rPr>
                        <a:t>,</a:t>
                      </a:r>
                      <a:br>
                        <a:rPr lang="en-IN" sz="1600" b="0" kern="1200" dirty="0">
                          <a:solidFill>
                            <a:srgbClr val="000000"/>
                          </a:solidFill>
                          <a:latin typeface="Avenir Book" panose="02000503020000020003" pitchFamily="2" charset="0"/>
                          <a:ea typeface="+mn-ea"/>
                          <a:cs typeface="+mn-cs"/>
                        </a:rPr>
                      </a:br>
                      <a:r>
                        <a:rPr lang="en-IN" sz="1600" b="0" kern="1200" dirty="0">
                          <a:solidFill>
                            <a:srgbClr val="000000"/>
                          </a:solidFill>
                          <a:latin typeface="Avenir Book" panose="02000503020000020003" pitchFamily="2" charset="0"/>
                          <a:ea typeface="+mn-ea"/>
                          <a:cs typeface="+mn-cs"/>
                        </a:rPr>
                        <a:t> /search/</a:t>
                      </a:r>
                      <a:r>
                        <a:rPr lang="en-IN" sz="1600" b="0" kern="1200" dirty="0" err="1">
                          <a:solidFill>
                            <a:srgbClr val="000000"/>
                          </a:solidFill>
                          <a:latin typeface="Avenir Book" panose="02000503020000020003" pitchFamily="2" charset="0"/>
                          <a:ea typeface="+mn-ea"/>
                          <a:cs typeface="+mn-cs"/>
                        </a:rPr>
                        <a:t>results?q</a:t>
                      </a:r>
                      <a:r>
                        <a:rPr lang="en-IN" sz="1600" b="0" kern="1200" dirty="0">
                          <a:solidFill>
                            <a:srgbClr val="000000"/>
                          </a:solidFill>
                          <a:latin typeface="Avenir Book" panose="02000503020000020003" pitchFamily="2" charset="0"/>
                          <a:ea typeface="+mn-ea"/>
                          <a:cs typeface="+mn-cs"/>
                        </a:rPr>
                        <a:t>=</a:t>
                      </a:r>
                      <a:r>
                        <a:rPr lang="en-IN" sz="1600" b="0" kern="1200" dirty="0" err="1">
                          <a:solidFill>
                            <a:srgbClr val="000000"/>
                          </a:solidFill>
                          <a:latin typeface="Avenir Book" panose="02000503020000020003" pitchFamily="2" charset="0"/>
                          <a:ea typeface="+mn-ea"/>
                          <a:cs typeface="+mn-cs"/>
                        </a:rPr>
                        <a:t>brad+pitt</a:t>
                      </a:r>
                      <a:r>
                        <a:rPr lang="en-IN" sz="1600" b="0" kern="1200" dirty="0">
                          <a:solidFill>
                            <a:srgbClr val="000000"/>
                          </a:solidFill>
                          <a:latin typeface="Avenir Book" panose="02000503020000020003" pitchFamily="2" charset="0"/>
                          <a:ea typeface="+mn-ea"/>
                          <a:cs typeface="+mn-cs"/>
                        </a:rPr>
                        <a:t>,</a:t>
                      </a:r>
                      <a:br>
                        <a:rPr lang="en-IN" sz="1600" b="0" kern="1200" dirty="0">
                          <a:solidFill>
                            <a:srgbClr val="000000"/>
                          </a:solidFill>
                          <a:latin typeface="Avenir Book" panose="02000503020000020003" pitchFamily="2" charset="0"/>
                          <a:ea typeface="+mn-ea"/>
                          <a:cs typeface="+mn-cs"/>
                        </a:rPr>
                      </a:br>
                      <a:r>
                        <a:rPr lang="en-IN" sz="1600" b="0" kern="1200" dirty="0">
                          <a:solidFill>
                            <a:srgbClr val="000000"/>
                          </a:solidFill>
                          <a:latin typeface="Avenir Book" panose="02000503020000020003" pitchFamily="2" charset="0"/>
                          <a:ea typeface="+mn-ea"/>
                          <a:cs typeface="+mn-cs"/>
                        </a:rPr>
                        <a:t> /search/</a:t>
                      </a:r>
                      <a:r>
                        <a:rPr lang="en-IN" sz="1600" b="0" kern="1200" dirty="0" err="1">
                          <a:solidFill>
                            <a:srgbClr val="000000"/>
                          </a:solidFill>
                          <a:latin typeface="Avenir Book" panose="02000503020000020003" pitchFamily="2" charset="0"/>
                          <a:ea typeface="+mn-ea"/>
                          <a:cs typeface="+mn-cs"/>
                        </a:rPr>
                        <a:t>results?q</a:t>
                      </a:r>
                      <a:r>
                        <a:rPr lang="en-IN" sz="1600" b="0" kern="1200" dirty="0">
                          <a:solidFill>
                            <a:srgbClr val="000000"/>
                          </a:solidFill>
                          <a:latin typeface="Avenir Book" panose="02000503020000020003" pitchFamily="2" charset="0"/>
                          <a:ea typeface="+mn-ea"/>
                          <a:cs typeface="+mn-cs"/>
                        </a:rPr>
                        <a:t>=</a:t>
                      </a:r>
                      <a:r>
                        <a:rPr lang="en-IN" sz="1600" b="0" kern="1200" dirty="0" err="1">
                          <a:solidFill>
                            <a:srgbClr val="000000"/>
                          </a:solidFill>
                          <a:latin typeface="Avenir Book" panose="02000503020000020003" pitchFamily="2" charset="0"/>
                          <a:ea typeface="+mn-ea"/>
                          <a:cs typeface="+mn-cs"/>
                        </a:rPr>
                        <a:t>tom+cruise</a:t>
                      </a:r>
                      <a:r>
                        <a:rPr lang="en-IN" sz="1600" b="0" kern="1200" dirty="0">
                          <a:solidFill>
                            <a:srgbClr val="000000"/>
                          </a:solidFill>
                          <a:latin typeface="Avenir Book" panose="02000503020000020003" pitchFamily="2" charset="0"/>
                          <a:ea typeface="+mn-ea"/>
                          <a:cs typeface="+mn-cs"/>
                        </a:rPr>
                        <a:t>,</a:t>
                      </a:r>
                      <a:br>
                        <a:rPr lang="en-IN" sz="1600" b="0" kern="1200" dirty="0">
                          <a:solidFill>
                            <a:srgbClr val="000000"/>
                          </a:solidFill>
                          <a:latin typeface="Avenir Book" panose="02000503020000020003" pitchFamily="2" charset="0"/>
                          <a:ea typeface="+mn-ea"/>
                          <a:cs typeface="+mn-cs"/>
                        </a:rPr>
                      </a:br>
                      <a:r>
                        <a:rPr lang="en-IN" sz="1600" b="0" kern="1200" dirty="0">
                          <a:solidFill>
                            <a:srgbClr val="000000"/>
                          </a:solidFill>
                          <a:latin typeface="Avenir Book" panose="02000503020000020003" pitchFamily="2" charset="0"/>
                          <a:ea typeface="+mn-ea"/>
                          <a:cs typeface="+mn-cs"/>
                        </a:rPr>
                        <a:t> /search/</a:t>
                      </a:r>
                      <a:r>
                        <a:rPr lang="en-IN" sz="1600" b="0" kern="1200" dirty="0" err="1">
                          <a:solidFill>
                            <a:srgbClr val="000000"/>
                          </a:solidFill>
                          <a:latin typeface="Avenir Book" panose="02000503020000020003" pitchFamily="2" charset="0"/>
                          <a:ea typeface="+mn-ea"/>
                          <a:cs typeface="+mn-cs"/>
                        </a:rPr>
                        <a:t>results?q</a:t>
                      </a:r>
                      <a:r>
                        <a:rPr lang="en-IN" sz="1600" b="0" kern="1200" dirty="0">
                          <a:solidFill>
                            <a:srgbClr val="000000"/>
                          </a:solidFill>
                          <a:latin typeface="Avenir Book" panose="02000503020000020003" pitchFamily="2" charset="0"/>
                          <a:ea typeface="+mn-ea"/>
                          <a:cs typeface="+mn-cs"/>
                        </a:rPr>
                        <a:t>=</a:t>
                      </a:r>
                      <a:r>
                        <a:rPr lang="en-IN" sz="1600" b="0" kern="1200" dirty="0" err="1">
                          <a:solidFill>
                            <a:srgbClr val="000000"/>
                          </a:solidFill>
                          <a:latin typeface="Avenir Book" panose="02000503020000020003" pitchFamily="2" charset="0"/>
                          <a:ea typeface="+mn-ea"/>
                          <a:cs typeface="+mn-cs"/>
                        </a:rPr>
                        <a:t>christian+bale</a:t>
                      </a:r>
                      <a:endParaRPr lang="en-IN" sz="1600" b="0" kern="1200" dirty="0">
                        <a:solidFill>
                          <a:srgbClr val="000000"/>
                        </a:solidFill>
                        <a:latin typeface="Avenir Book" panose="02000503020000020003" pitchFamily="2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66893075"/>
                  </a:ext>
                </a:extLst>
              </a:tr>
            </a:tbl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4258D54F-3F65-3A28-D04C-837C689A8A46}"/>
              </a:ext>
            </a:extLst>
          </p:cNvPr>
          <p:cNvSpPr txBox="1">
            <a:spLocks/>
          </p:cNvSpPr>
          <p:nvPr/>
        </p:nvSpPr>
        <p:spPr>
          <a:xfrm>
            <a:off x="323890" y="136525"/>
            <a:ext cx="11489526" cy="112567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en-US"/>
            </a:defPPr>
            <a:lvl1pPr>
              <a:lnSpc>
                <a:spcPct val="100000"/>
              </a:lnSpc>
              <a:spcBef>
                <a:spcPct val="0"/>
              </a:spcBef>
              <a:buNone/>
              <a:defRPr sz="6000" b="1">
                <a:gradFill>
                  <a:gsLst>
                    <a:gs pos="0">
                      <a:srgbClr val="FF7E79"/>
                    </a:gs>
                    <a:gs pos="100000">
                      <a:srgbClr val="00FB92"/>
                    </a:gs>
                  </a:gsLst>
                  <a:lin ang="13800000" scaled="0"/>
                </a:gradFill>
                <a:latin typeface="Avenir Book" panose="02000503020000020003" pitchFamily="2" charset="0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rgbClr val="0096FF"/>
                </a:solidFill>
              </a:rPr>
              <a:t>Column Description</a:t>
            </a:r>
          </a:p>
        </p:txBody>
      </p:sp>
    </p:spTree>
    <p:extLst>
      <p:ext uri="{BB962C8B-B14F-4D97-AF65-F5344CB8AC3E}">
        <p14:creationId xmlns:p14="http://schemas.microsoft.com/office/powerpoint/2010/main" val="26471887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C48DBE8-7933-1ADB-0D6E-CC7F098364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54D4FE-1CDA-A38A-A375-76C90CA365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005416" y="6372761"/>
            <a:ext cx="1953567" cy="365125"/>
          </a:xfrm>
        </p:spPr>
        <p:txBody>
          <a:bodyPr/>
          <a:lstStyle/>
          <a:p>
            <a:r>
              <a:rPr lang="en-US" sz="1600" dirty="0">
                <a:solidFill>
                  <a:srgbClr val="000000"/>
                </a:solidFill>
              </a:rPr>
              <a:t>www.3aayaam.in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1CD3AC-5558-3B2D-DCF7-CC994873D1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06248BA9-DFED-3097-7797-AE4247BAEDCB}"/>
              </a:ext>
            </a:extLst>
          </p:cNvPr>
          <p:cNvSpPr txBox="1">
            <a:spLocks/>
          </p:cNvSpPr>
          <p:nvPr/>
        </p:nvSpPr>
        <p:spPr>
          <a:xfrm>
            <a:off x="323890" y="136525"/>
            <a:ext cx="11489526" cy="112567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en-US"/>
            </a:defPPr>
            <a:lvl1pPr>
              <a:lnSpc>
                <a:spcPct val="100000"/>
              </a:lnSpc>
              <a:spcBef>
                <a:spcPct val="0"/>
              </a:spcBef>
              <a:buNone/>
              <a:defRPr sz="6000" b="1">
                <a:gradFill>
                  <a:gsLst>
                    <a:gs pos="0">
                      <a:srgbClr val="FF7E79"/>
                    </a:gs>
                    <a:gs pos="100000">
                      <a:srgbClr val="00FB92"/>
                    </a:gs>
                  </a:gsLst>
                  <a:lin ang="13800000" scaled="0"/>
                </a:gradFill>
                <a:latin typeface="Avenir Book" panose="02000503020000020003" pitchFamily="2" charset="0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rgbClr val="0096FF"/>
                </a:solidFill>
              </a:rPr>
              <a:t>Datasets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CC65B81-64C3-23CD-308B-B3E324258757}"/>
              </a:ext>
            </a:extLst>
          </p:cNvPr>
          <p:cNvSpPr txBox="1"/>
          <p:nvPr/>
        </p:nvSpPr>
        <p:spPr>
          <a:xfrm>
            <a:off x="323889" y="1143910"/>
            <a:ext cx="11489527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0000"/>
                </a:solidFill>
                <a:latin typeface="Avenir Book" panose="02000503020000020003" pitchFamily="2" charset="0"/>
              </a:rPr>
              <a:t>17 files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0000"/>
                </a:solidFill>
                <a:latin typeface="Avenir Book" panose="02000503020000020003" pitchFamily="2" charset="0"/>
              </a:rPr>
              <a:t>13 GB (uncompressed)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 err="1">
                <a:solidFill>
                  <a:srgbClr val="000000"/>
                </a:solidFill>
                <a:latin typeface="Avenir Book" panose="02000503020000020003" pitchFamily="2" charset="0"/>
              </a:rPr>
              <a:t>ott_cast_data.json</a:t>
            </a:r>
            <a:r>
              <a:rPr lang="en-US" sz="2000" dirty="0">
                <a:solidFill>
                  <a:srgbClr val="000000"/>
                </a:solidFill>
                <a:latin typeface="Avenir Book" panose="02000503020000020003" pitchFamily="2" charset="0"/>
              </a:rPr>
              <a:t>, ott_clickstream_data_1-14.json, </a:t>
            </a:r>
            <a:r>
              <a:rPr lang="en-US" sz="2000" dirty="0" err="1">
                <a:solidFill>
                  <a:srgbClr val="000000"/>
                </a:solidFill>
                <a:latin typeface="Avenir Book" panose="02000503020000020003" pitchFamily="2" charset="0"/>
              </a:rPr>
              <a:t>ott_tv_show_data.csv</a:t>
            </a:r>
            <a:r>
              <a:rPr lang="en-US" sz="2000" dirty="0">
                <a:solidFill>
                  <a:srgbClr val="000000"/>
                </a:solidFill>
                <a:latin typeface="Avenir Book" panose="02000503020000020003" pitchFamily="2" charset="0"/>
              </a:rPr>
              <a:t>, </a:t>
            </a:r>
            <a:r>
              <a:rPr lang="en-US" sz="2000" dirty="0" err="1">
                <a:solidFill>
                  <a:srgbClr val="000000"/>
                </a:solidFill>
                <a:latin typeface="Avenir Book" panose="02000503020000020003" pitchFamily="2" charset="0"/>
              </a:rPr>
              <a:t>ott_user_data.csv</a:t>
            </a:r>
            <a:r>
              <a:rPr lang="en-US" sz="2000" dirty="0">
                <a:solidFill>
                  <a:srgbClr val="000000"/>
                </a:solidFill>
                <a:latin typeface="Avenir Book" panose="02000503020000020003" pitchFamily="2" charset="0"/>
              </a:rPr>
              <a:t>, </a:t>
            </a:r>
            <a:r>
              <a:rPr lang="en-US" sz="2000" dirty="0" err="1">
                <a:solidFill>
                  <a:srgbClr val="000000"/>
                </a:solidFill>
                <a:latin typeface="Avenir Book" panose="02000503020000020003" pitchFamily="2" charset="0"/>
              </a:rPr>
              <a:t>ott_content_data.csv</a:t>
            </a:r>
            <a:r>
              <a:rPr lang="en-US" sz="2000" dirty="0">
                <a:solidFill>
                  <a:srgbClr val="000000"/>
                </a:solidFill>
                <a:latin typeface="Avenir Book" panose="02000503020000020003" pitchFamily="2" charset="0"/>
              </a:rPr>
              <a:t>  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000000"/>
              </a:solidFill>
              <a:latin typeface="Avenir Book" panose="02000503020000020003" pitchFamily="2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0FADB37-6416-992A-DE57-936C2D432AF0}"/>
              </a:ext>
            </a:extLst>
          </p:cNvPr>
          <p:cNvSpPr/>
          <p:nvPr/>
        </p:nvSpPr>
        <p:spPr>
          <a:xfrm>
            <a:off x="378584" y="2983847"/>
            <a:ext cx="11489526" cy="2490521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400" b="1" dirty="0" err="1">
                <a:solidFill>
                  <a:srgbClr val="73FE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ott_content_data.csv</a:t>
            </a:r>
            <a:endParaRPr lang="en-IN" sz="1400" b="1" dirty="0">
              <a:solidFill>
                <a:srgbClr val="73FEFF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IN" sz="1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IN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content_id,content_type,content_title,content_director,content_country,content_added_date_in_ott,content_added_year_in_ott,content_duration,content_genre</a:t>
            </a:r>
          </a:p>
          <a:p>
            <a:endParaRPr lang="en-IN" sz="1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IN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s2,TV </a:t>
            </a:r>
            <a:r>
              <a:rPr lang="en-IN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Show,Blood</a:t>
            </a:r>
            <a:r>
              <a:rPr lang="en-IN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&amp; </a:t>
            </a:r>
            <a:r>
              <a:rPr lang="en-IN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Water,,South</a:t>
            </a:r>
            <a:r>
              <a:rPr lang="en-IN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IN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Africa,</a:t>
            </a:r>
            <a:r>
              <a:rPr lang="en-IN" sz="1400" b="1" dirty="0" err="1">
                <a:solidFill>
                  <a:srgbClr val="FFC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"September</a:t>
            </a:r>
            <a:r>
              <a:rPr lang="en-IN" sz="1400" b="1" dirty="0">
                <a:solidFill>
                  <a:srgbClr val="FFC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24, 2021"</a:t>
            </a:r>
            <a:r>
              <a:rPr lang="en-IN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,2021,</a:t>
            </a:r>
            <a:r>
              <a:rPr lang="en-IN" sz="14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 </a:t>
            </a:r>
            <a:r>
              <a:rPr lang="en-IN" sz="1400" b="1" dirty="0" err="1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Seasons</a:t>
            </a:r>
            <a:r>
              <a:rPr lang="en-IN" sz="1400" b="1" dirty="0" err="1">
                <a:solidFill>
                  <a:srgbClr val="FFC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,"International</a:t>
            </a:r>
            <a:r>
              <a:rPr lang="en-IN" sz="1400" b="1" dirty="0">
                <a:solidFill>
                  <a:srgbClr val="FFC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TV Shows, TV Dramas, TV Mysteries"</a:t>
            </a:r>
          </a:p>
          <a:p>
            <a:endParaRPr lang="en-IN" sz="1400" b="1" dirty="0">
              <a:solidFill>
                <a:srgbClr val="FFC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IN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s7,Movie,My Little Pony: A New </a:t>
            </a:r>
            <a:r>
              <a:rPr lang="en-IN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Generation,"Robert</a:t>
            </a:r>
            <a:r>
              <a:rPr lang="en-IN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Cullen, José Luis </a:t>
            </a:r>
            <a:r>
              <a:rPr lang="en-IN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Ucha",,"September</a:t>
            </a:r>
            <a:r>
              <a:rPr lang="en-IN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24, 2021",2021,</a:t>
            </a:r>
            <a:r>
              <a:rPr lang="en-IN" sz="14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91 </a:t>
            </a:r>
            <a:r>
              <a:rPr lang="en-IN" sz="1400" b="1" dirty="0" err="1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min</a:t>
            </a:r>
            <a:r>
              <a:rPr lang="en-IN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IN" sz="1400" b="1" dirty="0" err="1">
                <a:solidFill>
                  <a:srgbClr val="FFC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Children</a:t>
            </a:r>
            <a:r>
              <a:rPr lang="en-IN" sz="1400" b="1" dirty="0">
                <a:solidFill>
                  <a:srgbClr val="FFC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&amp; Family Movies</a:t>
            </a:r>
          </a:p>
          <a:p>
            <a:endParaRPr lang="en-IN" sz="1400" b="1" dirty="0">
              <a:solidFill>
                <a:srgbClr val="FFC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969657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E0BE4BC-BF77-51C6-08F8-1C4C1BF1C4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F86305-6A30-5051-D981-81A64AAB6A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005416" y="6372761"/>
            <a:ext cx="1953567" cy="365125"/>
          </a:xfrm>
        </p:spPr>
        <p:txBody>
          <a:bodyPr/>
          <a:lstStyle/>
          <a:p>
            <a:r>
              <a:rPr lang="en-US" sz="1600" dirty="0">
                <a:solidFill>
                  <a:srgbClr val="000000"/>
                </a:solidFill>
              </a:rPr>
              <a:t>www.3aayaam.in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AF5603-4B01-0F6F-4F27-F5CAF668AC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34D861AA-2F5C-22EA-6B0D-7B4FE1991E72}"/>
              </a:ext>
            </a:extLst>
          </p:cNvPr>
          <p:cNvSpPr txBox="1">
            <a:spLocks/>
          </p:cNvSpPr>
          <p:nvPr/>
        </p:nvSpPr>
        <p:spPr>
          <a:xfrm>
            <a:off x="323890" y="136525"/>
            <a:ext cx="11489526" cy="112567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en-US"/>
            </a:defPPr>
            <a:lvl1pPr>
              <a:lnSpc>
                <a:spcPct val="100000"/>
              </a:lnSpc>
              <a:spcBef>
                <a:spcPct val="0"/>
              </a:spcBef>
              <a:buNone/>
              <a:defRPr sz="6000" b="1">
                <a:gradFill>
                  <a:gsLst>
                    <a:gs pos="0">
                      <a:srgbClr val="FF7E79"/>
                    </a:gs>
                    <a:gs pos="100000">
                      <a:srgbClr val="00FB92"/>
                    </a:gs>
                  </a:gsLst>
                  <a:lin ang="13800000" scaled="0"/>
                </a:gradFill>
                <a:latin typeface="Avenir Book" panose="02000503020000020003" pitchFamily="2" charset="0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rgbClr val="0096FF"/>
                </a:solidFill>
              </a:rPr>
              <a:t>Datasets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2B88F89-3832-55D2-E7A7-AC4DD958BF99}"/>
              </a:ext>
            </a:extLst>
          </p:cNvPr>
          <p:cNvSpPr/>
          <p:nvPr/>
        </p:nvSpPr>
        <p:spPr>
          <a:xfrm>
            <a:off x="351237" y="1600215"/>
            <a:ext cx="11489526" cy="4030563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{"</a:t>
            </a:r>
            <a:r>
              <a:rPr lang="en-IN" sz="1600" b="1" dirty="0" err="1">
                <a:solidFill>
                  <a:srgbClr val="73FDD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content_id</a:t>
            </a:r>
            <a:r>
              <a:rPr lang="en-I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": "s653", "</a:t>
            </a:r>
            <a:r>
              <a:rPr lang="en-IN" sz="1600" b="1" dirty="0" err="1">
                <a:solidFill>
                  <a:srgbClr val="73FDD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content_cast</a:t>
            </a:r>
            <a:r>
              <a:rPr lang="en-I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": ["Nkem </a:t>
            </a:r>
            <a:r>
              <a:rPr lang="en-IN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Owoh</a:t>
            </a:r>
            <a:r>
              <a:rPr lang="en-I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", " Mara Derwent", " Francis </a:t>
            </a:r>
            <a:r>
              <a:rPr lang="en-IN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Odega</a:t>
            </a:r>
            <a:r>
              <a:rPr lang="en-I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", " Cynthia Okereke", " Tom </a:t>
            </a:r>
            <a:r>
              <a:rPr lang="en-IN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Njemanze</a:t>
            </a:r>
            <a:r>
              <a:rPr lang="en-I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", " Romanus </a:t>
            </a:r>
            <a:r>
              <a:rPr lang="en-IN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Amuta</a:t>
            </a:r>
            <a:r>
              <a:rPr lang="en-I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", " Sabina Mole", " Blessing </a:t>
            </a:r>
            <a:r>
              <a:rPr lang="en-IN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Onolleka</a:t>
            </a:r>
            <a:r>
              <a:rPr lang="en-I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", " Oluchi </a:t>
            </a:r>
            <a:r>
              <a:rPr lang="en-IN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Agunwa</a:t>
            </a:r>
            <a:r>
              <a:rPr lang="en-I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", " </a:t>
            </a:r>
            <a:r>
              <a:rPr lang="en-IN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Chiwendu</a:t>
            </a:r>
            <a:r>
              <a:rPr lang="en-I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Onaga", " Patricia Ezeani", " Stephen </a:t>
            </a:r>
            <a:r>
              <a:rPr lang="en-IN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Ahanonu</a:t>
            </a:r>
            <a:r>
              <a:rPr lang="en-I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"]}</a:t>
            </a:r>
          </a:p>
          <a:p>
            <a:br>
              <a:rPr lang="en-I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I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{"</a:t>
            </a:r>
            <a:r>
              <a:rPr lang="en-IN" sz="1600" b="1" dirty="0" err="1">
                <a:solidFill>
                  <a:srgbClr val="73FDD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content_id</a:t>
            </a:r>
            <a:r>
              <a:rPr lang="en-I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": "s654", "</a:t>
            </a:r>
            <a:r>
              <a:rPr lang="en-IN" sz="1600" b="1" dirty="0" err="1">
                <a:solidFill>
                  <a:srgbClr val="73FDD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content_cast</a:t>
            </a:r>
            <a:r>
              <a:rPr lang="en-I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": [""]}</a:t>
            </a:r>
          </a:p>
          <a:p>
            <a:br>
              <a:rPr lang="en-I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I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{"</a:t>
            </a:r>
            <a:r>
              <a:rPr lang="en-IN" sz="1600" b="1" dirty="0" err="1">
                <a:solidFill>
                  <a:srgbClr val="73FDD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content_id</a:t>
            </a:r>
            <a:r>
              <a:rPr lang="en-I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": "s655", "</a:t>
            </a:r>
            <a:r>
              <a:rPr lang="en-IN" sz="1600" b="1" dirty="0" err="1">
                <a:solidFill>
                  <a:srgbClr val="73FDD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content_cast</a:t>
            </a:r>
            <a:r>
              <a:rPr lang="en-I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": ["Flavia </a:t>
            </a:r>
            <a:r>
              <a:rPr lang="en-IN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Hojda</a:t>
            </a:r>
            <a:r>
              <a:rPr lang="en-I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", " Crina </a:t>
            </a:r>
            <a:r>
              <a:rPr lang="en-IN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Semciuc</a:t>
            </a:r>
            <a:r>
              <a:rPr lang="en-I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", " Olimpia Melinte", " Sali Levent", " Vlad Logigan", " Alex C\u0103lin", " Alina </a:t>
            </a:r>
            <a:r>
              <a:rPr lang="en-IN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Chivulescu</a:t>
            </a:r>
            <a:r>
              <a:rPr lang="en-I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", " R\u0103zvan Vasilescu"]}</a:t>
            </a:r>
          </a:p>
          <a:p>
            <a:br>
              <a:rPr lang="en-I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I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{"</a:t>
            </a:r>
            <a:r>
              <a:rPr lang="en-IN" sz="1600" b="1" dirty="0" err="1">
                <a:solidFill>
                  <a:srgbClr val="73FDD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content_id</a:t>
            </a:r>
            <a:r>
              <a:rPr lang="en-I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": "s656", "</a:t>
            </a:r>
            <a:r>
              <a:rPr lang="en-IN" sz="1600" b="1" dirty="0" err="1">
                <a:solidFill>
                  <a:srgbClr val="73FDD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content_cast</a:t>
            </a:r>
            <a:r>
              <a:rPr lang="en-I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": ["Maia Morgenstern", " Olimpia Melinte", " Crina </a:t>
            </a:r>
            <a:r>
              <a:rPr lang="en-IN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Semciuc</a:t>
            </a:r>
            <a:r>
              <a:rPr lang="en-I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", " Flavia </a:t>
            </a:r>
            <a:r>
              <a:rPr lang="en-IN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Hojda</a:t>
            </a:r>
            <a:r>
              <a:rPr lang="en-I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", " Maria </a:t>
            </a:r>
            <a:r>
              <a:rPr lang="en-IN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Dinulescu</a:t>
            </a:r>
            <a:r>
              <a:rPr lang="en-I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", " Alex C\u0103lin", " Vlad Logigan", " Sali Levent", " Silvia Busuioc", " Mihaela Mihut"]}</a:t>
            </a:r>
          </a:p>
        </p:txBody>
      </p:sp>
    </p:spTree>
    <p:extLst>
      <p:ext uri="{BB962C8B-B14F-4D97-AF65-F5344CB8AC3E}">
        <p14:creationId xmlns:p14="http://schemas.microsoft.com/office/powerpoint/2010/main" val="6296191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7ABE09C-2C0E-B6C1-1052-0342BA025D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8C95C9-0E77-2CC2-26AC-49E824C48E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837714" y="6356350"/>
            <a:ext cx="4114800" cy="365125"/>
          </a:xfrm>
        </p:spPr>
        <p:txBody>
          <a:bodyPr/>
          <a:lstStyle/>
          <a:p>
            <a:r>
              <a:rPr lang="en-US" sz="1600">
                <a:solidFill>
                  <a:srgbClr val="000000"/>
                </a:solidFill>
              </a:rPr>
              <a:t>www.3aayaam.in</a:t>
            </a:r>
            <a:endParaRPr lang="en-US" sz="1600" dirty="0">
              <a:solidFill>
                <a:srgbClr val="000000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847EEF-00DE-54E9-0311-593BAD1B48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049081B-6C95-DE4A-4E3F-FC341C9A656D}"/>
              </a:ext>
            </a:extLst>
          </p:cNvPr>
          <p:cNvSpPr txBox="1"/>
          <p:nvPr/>
        </p:nvSpPr>
        <p:spPr>
          <a:xfrm>
            <a:off x="462987" y="1153011"/>
            <a:ext cx="11350430" cy="54938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0000"/>
                </a:solidFill>
                <a:latin typeface="Avenir Book" panose="02000503020000020003" pitchFamily="2" charset="0"/>
              </a:rPr>
              <a:t>The analysis must be done once a month with report generation.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0000"/>
                </a:solidFill>
                <a:latin typeface="Avenir Book" panose="02000503020000020003" pitchFamily="2" charset="0"/>
              </a:rPr>
              <a:t>Content Analysis: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  <a:latin typeface="Avenir Book" panose="02000503020000020003" pitchFamily="2" charset="0"/>
              </a:rPr>
              <a:t>Top 5 highest rated TV shows across genres.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  <a:latin typeface="Avenir Book" panose="02000503020000020003" pitchFamily="2" charset="0"/>
              </a:rPr>
              <a:t>Which cast and director has the highest content in the channel.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  <a:latin typeface="Avenir Book" panose="02000503020000020003" pitchFamily="2" charset="0"/>
              </a:rPr>
              <a:t>Highest searched and browsed content type genre.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  <a:latin typeface="Avenir Book" panose="02000503020000020003" pitchFamily="2" charset="0"/>
              </a:rPr>
              <a:t>Which type of movies and TV shows are downloaded the most.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  <a:latin typeface="Avenir Book" panose="02000503020000020003" pitchFamily="2" charset="0"/>
              </a:rPr>
              <a:t>Which language has the highest content.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0000"/>
                </a:solidFill>
                <a:latin typeface="Avenir Book" panose="02000503020000020003" pitchFamily="2" charset="0"/>
              </a:rPr>
              <a:t>Customer experience analysis: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  <a:latin typeface="Avenir Book" panose="02000503020000020003" pitchFamily="2" charset="0"/>
              </a:rPr>
              <a:t>What was the highest and avg. buffer time of videos for various OS and Browser combination. Does “cookie” configuration have anything to do with it?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  <a:latin typeface="Avenir Book" panose="02000503020000020003" pitchFamily="2" charset="0"/>
              </a:rPr>
              <a:t>Which OS and Browser combination had the highest error.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  <a:latin typeface="Avenir Book" panose="02000503020000020003" pitchFamily="2" charset="0"/>
              </a:rPr>
              <a:t>What is the distribution of different error types while running across OS and Browser combinations.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  <a:latin typeface="Avenir Book" panose="02000503020000020003" pitchFamily="2" charset="0"/>
              </a:rPr>
              <a:t>Which top 3 external OTT platform customers tried to explore.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  <a:latin typeface="Avenir Book" panose="02000503020000020003" pitchFamily="2" charset="0"/>
              </a:rPr>
              <a:t>Browser with least error and buffer time.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  <a:latin typeface="Avenir Book" panose="02000503020000020003" pitchFamily="2" charset="0"/>
              </a:rPr>
              <a:t>Which type of device is used the most for watching.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4673A8C4-2686-1CC7-C13C-B568E19539E1}"/>
              </a:ext>
            </a:extLst>
          </p:cNvPr>
          <p:cNvSpPr txBox="1">
            <a:spLocks/>
          </p:cNvSpPr>
          <p:nvPr/>
        </p:nvSpPr>
        <p:spPr>
          <a:xfrm>
            <a:off x="323890" y="136525"/>
            <a:ext cx="11489526" cy="112567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en-US"/>
            </a:defPPr>
            <a:lvl1pPr>
              <a:lnSpc>
                <a:spcPct val="100000"/>
              </a:lnSpc>
              <a:spcBef>
                <a:spcPct val="0"/>
              </a:spcBef>
              <a:buNone/>
              <a:defRPr sz="6000" b="1">
                <a:gradFill>
                  <a:gsLst>
                    <a:gs pos="0">
                      <a:srgbClr val="FF7E79"/>
                    </a:gs>
                    <a:gs pos="100000">
                      <a:srgbClr val="00FB92"/>
                    </a:gs>
                  </a:gsLst>
                  <a:lin ang="13800000" scaled="0"/>
                </a:gradFill>
                <a:latin typeface="Avenir Book" panose="02000503020000020003" pitchFamily="2" charset="0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rgbClr val="0096FF"/>
                </a:solidFill>
              </a:rPr>
              <a:t>Historical Recommendation</a:t>
            </a:r>
          </a:p>
        </p:txBody>
      </p:sp>
    </p:spTree>
    <p:extLst>
      <p:ext uri="{BB962C8B-B14F-4D97-AF65-F5344CB8AC3E}">
        <p14:creationId xmlns:p14="http://schemas.microsoft.com/office/powerpoint/2010/main" val="40726167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Happy Birthday Dad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00B192"/>
      </a:accent1>
      <a:accent2>
        <a:srgbClr val="EAE657"/>
      </a:accent2>
      <a:accent3>
        <a:srgbClr val="FC692E"/>
      </a:accent3>
      <a:accent4>
        <a:srgbClr val="C39A6C"/>
      </a:accent4>
      <a:accent5>
        <a:srgbClr val="F09DF9"/>
      </a:accent5>
      <a:accent6>
        <a:srgbClr val="88D8CF"/>
      </a:accent6>
      <a:hlink>
        <a:srgbClr val="0563C1"/>
      </a:hlink>
      <a:folHlink>
        <a:srgbClr val="954F72"/>
      </a:folHlink>
    </a:clrScheme>
    <a:fontScheme name="Century Gothic">
      <a:majorFont>
        <a:latin typeface="Century Gothic" panose="020F03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F03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1">
            <a:lumMod val="75000"/>
            <a:lumOff val="25000"/>
          </a:schemeClr>
        </a:solidFill>
        <a:ln>
          <a:solidFill>
            <a:schemeClr val="bg1"/>
          </a:solidFill>
        </a:ln>
      </a:spPr>
      <a:bodyPr rtlCol="0" anchor="ctr"/>
      <a:lstStyle>
        <a:defPPr algn="ctr">
          <a:defRPr dirty="0">
            <a:latin typeface="Avenir Book" panose="02000503020000020003" pitchFamily="2" charset="0"/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9050">
          <a:solidFill>
            <a:schemeClr val="bg1"/>
          </a:solidFill>
          <a:headEnd type="none"/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ctr">
          <a:spcBef>
            <a:spcPts val="600"/>
          </a:spcBef>
          <a:spcAft>
            <a:spcPts val="600"/>
          </a:spcAft>
          <a:defRPr dirty="0" smtClean="0">
            <a:solidFill>
              <a:schemeClr val="bg1"/>
            </a:solidFill>
            <a:latin typeface="Avenir Book" panose="02000503020000020003" pitchFamily="2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tf89280282_win32_fixed" id="{90CBFA85-09FD-4D3D-81E2-57782BBDE0FB}" vid="{2C3BBF52-29D1-4F7F-9ED4-24D9CCE0A76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4" ma:contentTypeDescription="Create a new document." ma:contentTypeScope="" ma:versionID="2d714a3296df14eba7a100bb665443ca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49549bf45bfbbfb6cffed527380e77e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CB59579B-C32A-42C0-BE36-5304F703011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C82CF8AE-7198-4CD3-A0D5-17C0D766ABC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B5ADAB8-AE6D-478C-98E2-604F0A86DF26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1684</Words>
  <Application>Microsoft Macintosh PowerPoint</Application>
  <PresentationFormat>Widescreen</PresentationFormat>
  <Paragraphs>166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Avenir</vt:lpstr>
      <vt:lpstr>Avenir Book</vt:lpstr>
      <vt:lpstr>Calibri</vt:lpstr>
      <vt:lpstr>Courier New</vt:lpstr>
      <vt:lpstr>Office Theme</vt:lpstr>
      <vt:lpstr>Project 11  Recommendation Engine using Clickstream Data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cp:lastPrinted>2025-10-01T11:10:34Z</cp:lastPrinted>
  <dcterms:created xsi:type="dcterms:W3CDTF">2022-06-27T23:39:42Z</dcterms:created>
  <dcterms:modified xsi:type="dcterms:W3CDTF">2025-10-09T18:11:14Z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