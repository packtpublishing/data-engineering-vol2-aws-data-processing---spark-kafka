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1"/>
  </p:notesMasterIdLst>
  <p:handoutMasterIdLst>
    <p:handoutMasterId r:id="rId22"/>
  </p:handoutMasterIdLst>
  <p:sldIdLst>
    <p:sldId id="1586" r:id="rId5"/>
    <p:sldId id="1585" r:id="rId6"/>
    <p:sldId id="1587" r:id="rId7"/>
    <p:sldId id="1594" r:id="rId8"/>
    <p:sldId id="1588" r:id="rId9"/>
    <p:sldId id="1592" r:id="rId10"/>
    <p:sldId id="1596" r:id="rId11"/>
    <p:sldId id="1593" r:id="rId12"/>
    <p:sldId id="1597" r:id="rId13"/>
    <p:sldId id="1591" r:id="rId14"/>
    <p:sldId id="1595" r:id="rId15"/>
    <p:sldId id="1589" r:id="rId16"/>
    <p:sldId id="1590" r:id="rId17"/>
    <p:sldId id="1599" r:id="rId18"/>
    <p:sldId id="1600" r:id="rId19"/>
    <p:sldId id="15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6FF"/>
    <a:srgbClr val="FF2F92"/>
    <a:srgbClr val="FF7E79"/>
    <a:srgbClr val="008F00"/>
    <a:srgbClr val="FF9300"/>
    <a:srgbClr val="4E8F00"/>
    <a:srgbClr val="FFD579"/>
    <a:srgbClr val="00FDFF"/>
    <a:srgbClr val="FFF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30" autoAdjust="0"/>
    <p:restoredTop sz="94660"/>
  </p:normalViewPr>
  <p:slideViewPr>
    <p:cSldViewPr snapToGrid="0">
      <p:cViewPr varScale="1">
        <p:scale>
          <a:sx n="115" d="100"/>
          <a:sy n="115" d="100"/>
        </p:scale>
        <p:origin x="216" y="46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CE6AB8-B881-4727-81E4-8F150B795B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BC3BA12-00C9-4178-A6D0-60536D00E6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192FFE-9A79-4B09-A370-A3F647DE624F}" type="datetimeFigureOut">
              <a:rPr lang="en-US" smtClean="0"/>
              <a:t>10/3/25</a:t>
            </a:fld>
            <a:endParaRPr lang="en-US" dirty="0"/>
          </a:p>
        </p:txBody>
      </p:sp>
      <p:sp>
        <p:nvSpPr>
          <p:cNvPr id="4" name="Footer Placeholder 3">
            <a:extLst>
              <a:ext uri="{FF2B5EF4-FFF2-40B4-BE49-F238E27FC236}">
                <a16:creationId xmlns:a16="http://schemas.microsoft.com/office/drawing/2014/main" id="{EB9488A2-37D8-4146-8EF6-799539FBB8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216018B-4398-42EA-A6EB-63D548F4C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AA6C83-C7AE-4A16-A795-3EF5870D159D}" type="slidenum">
              <a:rPr lang="en-US" smtClean="0"/>
              <a:t>‹#›</a:t>
            </a:fld>
            <a:endParaRPr lang="en-US" dirty="0"/>
          </a:p>
        </p:txBody>
      </p:sp>
    </p:spTree>
    <p:extLst>
      <p:ext uri="{BB962C8B-B14F-4D97-AF65-F5344CB8AC3E}">
        <p14:creationId xmlns:p14="http://schemas.microsoft.com/office/powerpoint/2010/main" val="2525875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ADC0B-3AFF-4583-A2D6-A3E917FBC9FC}" type="datetimeFigureOut">
              <a:rPr lang="en-US" smtClean="0"/>
              <a:t>10/3/25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554EF9-332E-4578-9281-905F5369A446}" type="slidenum">
              <a:rPr lang="en-US" smtClean="0"/>
              <a:t>‹#›</a:t>
            </a:fld>
            <a:endParaRPr lang="en-US" dirty="0"/>
          </a:p>
        </p:txBody>
      </p:sp>
    </p:spTree>
    <p:extLst>
      <p:ext uri="{BB962C8B-B14F-4D97-AF65-F5344CB8AC3E}">
        <p14:creationId xmlns:p14="http://schemas.microsoft.com/office/powerpoint/2010/main" val="173941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88C4F-9E8E-DF20-C754-3932539D1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51A75-DA54-1E87-718F-BDFD79674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D7E11-1131-D0CD-19D4-36DF5FE92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BFFD86-4CA7-09CA-EB3A-21B27A178174}"/>
              </a:ext>
            </a:extLst>
          </p:cNvPr>
          <p:cNvSpPr>
            <a:spLocks noGrp="1"/>
          </p:cNvSpPr>
          <p:nvPr>
            <p:ph type="sldNum" sz="quarter" idx="5"/>
          </p:nvPr>
        </p:nvSpPr>
        <p:spPr/>
        <p:txBody>
          <a:bodyPr/>
          <a:lstStyle/>
          <a:p>
            <a:fld id="{DE554EF9-332E-4578-9281-905F5369A446}" type="slidenum">
              <a:rPr lang="en-US" smtClean="0"/>
              <a:t>1</a:t>
            </a:fld>
            <a:endParaRPr lang="en-US" dirty="0"/>
          </a:p>
        </p:txBody>
      </p:sp>
    </p:spTree>
    <p:extLst>
      <p:ext uri="{BB962C8B-B14F-4D97-AF65-F5344CB8AC3E}">
        <p14:creationId xmlns:p14="http://schemas.microsoft.com/office/powerpoint/2010/main" val="246485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6983-B48D-8FA7-CA77-57954A711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65529-481E-A201-FFE0-605B8D4BC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3E7CB-21B7-0D1C-F00A-B0E8468FC0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5028E-B510-8BC0-8372-A6FEAA9CA951}"/>
              </a:ext>
            </a:extLst>
          </p:cNvPr>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68285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81770-A00B-19A7-EEBD-7584DA77A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3CCD7-F25B-3AFC-22D7-C162FEBA5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28E78-9F00-CC53-2805-FF1E3FCD74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445BE0-DE22-8341-5DDD-3EFDEDD489FA}"/>
              </a:ext>
            </a:extLst>
          </p:cNvPr>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259378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051A1-DF13-EDC5-3188-61D4265EF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B4728-96BA-13C9-7EC2-FC9562348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367C5-1E9E-669B-4A0A-9911871F4F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B63C60-8FC7-F46E-0C6B-B5E74D4A5E2C}"/>
              </a:ext>
            </a:extLst>
          </p:cNvPr>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119309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E3952-95E6-C5FE-8D92-DEF3B0F5A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9F841-88BB-59E2-DAA1-2033D17AB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23B62-ABFF-2F14-A289-A3E36E2D3E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8A8723-7CC4-27F1-BED3-B90C6D7E0A86}"/>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78143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611C-8505-4E11-085F-0208D261B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21EA2-7746-B8EB-22E5-8EA342FC5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19F42-64FF-4961-54F8-A88DCBEDE2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F9832F-3853-0C81-F970-EF3E96F0F49B}"/>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433303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3D7B9-3260-98A6-79F3-8517DC550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0F3AF-A8EC-1AEA-1791-FC2FDED11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B606D-31F1-4CA3-0E8F-7C7AFBC2E4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225646-3C95-AD6B-6843-6357E4C95E89}"/>
              </a:ext>
            </a:extLst>
          </p:cNvPr>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4149747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29A64-6BC3-64C7-0017-01B681077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ACF42-E855-4DF4-5211-6D220B37F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A9AC2-72FC-F372-835B-2EC3E2CB7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240ADD-556A-6A44-0DDB-96F6DCE450CC}"/>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524034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F1223-2E18-CB77-67B3-AE78B4F6E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7E890-0DC2-0741-FAFC-1268CB3E43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7E757-E620-4D78-4362-0404BDA4A4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AF05C5-D754-35AE-B98A-ECCD3C26F2CA}"/>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1549956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B150D-7B27-6603-4E99-6F47F24E7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F169E-49F0-135C-A7AE-5ED115D91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9C0F8-62A4-E1D7-0605-A822205CD9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6A974-8ABE-38D1-1A1C-51BA9AA16DEA}"/>
              </a:ext>
            </a:extLst>
          </p:cNvPr>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627371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CC123-E496-3AF3-21C8-DA2F3769E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EAEFC-A851-8285-7C93-4A3540D2F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18C5A-02D0-72F3-46C2-B717701D70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D39E6-2B6F-D8D7-E1BF-927AB63B59E4}"/>
              </a:ext>
            </a:extLst>
          </p:cNvPr>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702082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923AD-1C7F-039B-9577-953486C29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16601-3A3E-0A50-1C77-E7A1E12DA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F6722-1DD7-B4E2-503D-D53F94B58D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F8F6DF-5E1B-9777-4D42-D6004BB698EF}"/>
              </a:ext>
            </a:extLst>
          </p:cNvPr>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3650538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FE06-C946-26BB-53E2-0AA8A54D38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40D3D-1E2E-FC18-B00D-B50281993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A6F48-885E-1D23-BECE-3F20318561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CCE77C-917F-58A1-B57B-56639347E1F0}"/>
              </a:ext>
            </a:extLst>
          </p:cNvPr>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2041003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7A1E-EFD6-5EE4-CEB2-DEC9442A5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0A85F-35A1-B94C-7FEF-021334C08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241BE-D2F3-7DE3-9D21-38AB41F0F6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F26895-DACA-B04E-F7B7-08B232384629}"/>
              </a:ext>
            </a:extLst>
          </p:cNvPr>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343101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1F109-490D-0DC5-D5FC-1C60BABDF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EA8E3-D850-B720-0E96-E345F310F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3BA27-E875-4330-4D9D-5DE3D1BC15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3B7DD2-1B90-B279-115C-9993785436AD}"/>
              </a:ext>
            </a:extLst>
          </p:cNvPr>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1369958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FBFE6-E19C-A640-C12C-705153F99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48B8F-606E-49D5-F3CA-A1885F623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128FD-A093-6C62-1C2D-1AFB8D160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D467ED-EC8C-98B8-CD7D-9556385966AA}"/>
              </a:ext>
            </a:extLst>
          </p:cNvPr>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25925210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26.svg"/><Relationship Id="rId3" Type="http://schemas.openxmlformats.org/officeDocument/2006/relationships/image" Target="../media/image28.svg"/><Relationship Id="rId7" Type="http://schemas.openxmlformats.org/officeDocument/2006/relationships/image" Target="../media/image32.svg"/><Relationship Id="rId12"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Master" Target="../slideMasters/slideMaster1.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26.svg"/><Relationship Id="rId3" Type="http://schemas.openxmlformats.org/officeDocument/2006/relationships/image" Target="../media/image38.svg"/><Relationship Id="rId7" Type="http://schemas.openxmlformats.org/officeDocument/2006/relationships/image" Target="../media/image42.svg"/><Relationship Id="rId12" Type="http://schemas.openxmlformats.org/officeDocument/2006/relationships/image" Target="../media/image25.png"/><Relationship Id="rId2"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26.svg"/><Relationship Id="rId3" Type="http://schemas.openxmlformats.org/officeDocument/2006/relationships/image" Target="../media/image48.svg"/><Relationship Id="rId7" Type="http://schemas.openxmlformats.org/officeDocument/2006/relationships/image" Target="../media/image52.svg"/><Relationship Id="rId12" Type="http://schemas.openxmlformats.org/officeDocument/2006/relationships/image" Target="../media/image25.png"/><Relationship Id="rId2" Type="http://schemas.openxmlformats.org/officeDocument/2006/relationships/image" Target="../media/image47.png"/><Relationship Id="rId1" Type="http://schemas.openxmlformats.org/officeDocument/2006/relationships/slideMaster" Target="../slideMasters/slideMaster1.xml"/><Relationship Id="rId6" Type="http://schemas.openxmlformats.org/officeDocument/2006/relationships/image" Target="../media/image51.png"/><Relationship Id="rId11" Type="http://schemas.openxmlformats.org/officeDocument/2006/relationships/image" Target="../media/image56.svg"/><Relationship Id="rId5" Type="http://schemas.openxmlformats.org/officeDocument/2006/relationships/image" Target="../media/image50.sv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26.svg"/><Relationship Id="rId3" Type="http://schemas.openxmlformats.org/officeDocument/2006/relationships/image" Target="../media/image58.svg"/><Relationship Id="rId7" Type="http://schemas.openxmlformats.org/officeDocument/2006/relationships/image" Target="../media/image62.svg"/><Relationship Id="rId12" Type="http://schemas.openxmlformats.org/officeDocument/2006/relationships/image" Target="../media/image25.png"/><Relationship Id="rId2" Type="http://schemas.openxmlformats.org/officeDocument/2006/relationships/image" Target="../media/image57.png"/><Relationship Id="rId1" Type="http://schemas.openxmlformats.org/officeDocument/2006/relationships/slideMaster" Target="../slideMasters/slideMaster1.xml"/><Relationship Id="rId6" Type="http://schemas.openxmlformats.org/officeDocument/2006/relationships/image" Target="../media/image61.pn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26.svg"/><Relationship Id="rId3" Type="http://schemas.openxmlformats.org/officeDocument/2006/relationships/image" Target="../media/image68.svg"/><Relationship Id="rId7" Type="http://schemas.openxmlformats.org/officeDocument/2006/relationships/image" Target="../media/image72.svg"/><Relationship Id="rId12" Type="http://schemas.openxmlformats.org/officeDocument/2006/relationships/image" Target="../media/image25.png"/><Relationship Id="rId2" Type="http://schemas.openxmlformats.org/officeDocument/2006/relationships/image" Target="../media/image67.png"/><Relationship Id="rId1" Type="http://schemas.openxmlformats.org/officeDocument/2006/relationships/slideMaster" Target="../slideMasters/slideMaster1.xml"/><Relationship Id="rId6" Type="http://schemas.openxmlformats.org/officeDocument/2006/relationships/image" Target="../media/image71.png"/><Relationship Id="rId11" Type="http://schemas.openxmlformats.org/officeDocument/2006/relationships/image" Target="../media/image44.svg"/><Relationship Id="rId5" Type="http://schemas.openxmlformats.org/officeDocument/2006/relationships/image" Target="../media/image70.svg"/><Relationship Id="rId10" Type="http://schemas.openxmlformats.org/officeDocument/2006/relationships/image" Target="../media/image43.png"/><Relationship Id="rId4" Type="http://schemas.openxmlformats.org/officeDocument/2006/relationships/image" Target="../media/image69.png"/><Relationship Id="rId9" Type="http://schemas.openxmlformats.org/officeDocument/2006/relationships/image" Target="../media/image74.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26.svg"/><Relationship Id="rId3" Type="http://schemas.openxmlformats.org/officeDocument/2006/relationships/image" Target="../media/image76.svg"/><Relationship Id="rId7" Type="http://schemas.openxmlformats.org/officeDocument/2006/relationships/image" Target="../media/image80.svg"/><Relationship Id="rId12" Type="http://schemas.openxmlformats.org/officeDocument/2006/relationships/image" Target="../media/image25.png"/><Relationship Id="rId2" Type="http://schemas.openxmlformats.org/officeDocument/2006/relationships/image" Target="../media/image75.png"/><Relationship Id="rId1" Type="http://schemas.openxmlformats.org/officeDocument/2006/relationships/slideMaster" Target="../slideMasters/slideMaster1.xml"/><Relationship Id="rId6" Type="http://schemas.openxmlformats.org/officeDocument/2006/relationships/image" Target="../media/image79.png"/><Relationship Id="rId11" Type="http://schemas.openxmlformats.org/officeDocument/2006/relationships/image" Target="../media/image84.svg"/><Relationship Id="rId5" Type="http://schemas.openxmlformats.org/officeDocument/2006/relationships/image" Target="../media/image78.sv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svg"/><Relationship Id="rId3" Type="http://schemas.openxmlformats.org/officeDocument/2006/relationships/image" Target="../media/image86.svg"/><Relationship Id="rId7" Type="http://schemas.openxmlformats.org/officeDocument/2006/relationships/image" Target="../media/image90.svg"/><Relationship Id="rId12" Type="http://schemas.openxmlformats.org/officeDocument/2006/relationships/image" Target="../media/image95.png"/><Relationship Id="rId2" Type="http://schemas.openxmlformats.org/officeDocument/2006/relationships/image" Target="../media/image85.png"/><Relationship Id="rId1" Type="http://schemas.openxmlformats.org/officeDocument/2006/relationships/slideMaster" Target="../slideMasters/slideMaster1.xml"/><Relationship Id="rId6" Type="http://schemas.openxmlformats.org/officeDocument/2006/relationships/image" Target="../media/image89.png"/><Relationship Id="rId11" Type="http://schemas.openxmlformats.org/officeDocument/2006/relationships/image" Target="../media/image94.svg"/><Relationship Id="rId5" Type="http://schemas.openxmlformats.org/officeDocument/2006/relationships/image" Target="../media/image88.sv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svg"/><Relationship Id="rId3" Type="http://schemas.openxmlformats.org/officeDocument/2006/relationships/image" Target="../media/image98.svg"/><Relationship Id="rId7" Type="http://schemas.openxmlformats.org/officeDocument/2006/relationships/image" Target="../media/image102.svg"/><Relationship Id="rId12" Type="http://schemas.openxmlformats.org/officeDocument/2006/relationships/image" Target="../media/image107.png"/><Relationship Id="rId2" Type="http://schemas.openxmlformats.org/officeDocument/2006/relationships/image" Target="../media/image97.png"/><Relationship Id="rId1" Type="http://schemas.openxmlformats.org/officeDocument/2006/relationships/slideMaster" Target="../slideMasters/slideMaster1.xml"/><Relationship Id="rId6" Type="http://schemas.openxmlformats.org/officeDocument/2006/relationships/image" Target="../media/image101.png"/><Relationship Id="rId11" Type="http://schemas.openxmlformats.org/officeDocument/2006/relationships/image" Target="../media/image106.svg"/><Relationship Id="rId5" Type="http://schemas.openxmlformats.org/officeDocument/2006/relationships/image" Target="../media/image100.sv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26.svg"/><Relationship Id="rId3" Type="http://schemas.openxmlformats.org/officeDocument/2006/relationships/image" Target="../media/image110.svg"/><Relationship Id="rId7" Type="http://schemas.openxmlformats.org/officeDocument/2006/relationships/image" Target="../media/image44.svg"/><Relationship Id="rId12" Type="http://schemas.openxmlformats.org/officeDocument/2006/relationships/image" Target="../media/image25.png"/><Relationship Id="rId2" Type="http://schemas.openxmlformats.org/officeDocument/2006/relationships/image" Target="../media/image109.png"/><Relationship Id="rId1" Type="http://schemas.openxmlformats.org/officeDocument/2006/relationships/slideMaster" Target="../slideMasters/slideMaster1.xml"/><Relationship Id="rId6" Type="http://schemas.openxmlformats.org/officeDocument/2006/relationships/image" Target="../media/image43.png"/><Relationship Id="rId11" Type="http://schemas.openxmlformats.org/officeDocument/2006/relationships/image" Target="../media/image116.svg"/><Relationship Id="rId5" Type="http://schemas.openxmlformats.org/officeDocument/2006/relationships/image" Target="../media/image112.svg"/><Relationship Id="rId10" Type="http://schemas.openxmlformats.org/officeDocument/2006/relationships/image" Target="../media/image115.png"/><Relationship Id="rId4" Type="http://schemas.openxmlformats.org/officeDocument/2006/relationships/image" Target="../media/image111.png"/><Relationship Id="rId9" Type="http://schemas.openxmlformats.org/officeDocument/2006/relationships/image" Target="../media/image114.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svg"/><Relationship Id="rId3" Type="http://schemas.openxmlformats.org/officeDocument/2006/relationships/image" Target="../media/image118.svg"/><Relationship Id="rId7" Type="http://schemas.openxmlformats.org/officeDocument/2006/relationships/image" Target="../media/image122.svg"/><Relationship Id="rId12" Type="http://schemas.openxmlformats.org/officeDocument/2006/relationships/image" Target="../media/image127.png"/><Relationship Id="rId2" Type="http://schemas.openxmlformats.org/officeDocument/2006/relationships/image" Target="../media/image117.png"/><Relationship Id="rId1" Type="http://schemas.openxmlformats.org/officeDocument/2006/relationships/slideMaster" Target="../slideMasters/slideMaster1.xml"/><Relationship Id="rId6" Type="http://schemas.openxmlformats.org/officeDocument/2006/relationships/image" Target="../media/image121.png"/><Relationship Id="rId11" Type="http://schemas.openxmlformats.org/officeDocument/2006/relationships/image" Target="../media/image126.svg"/><Relationship Id="rId5" Type="http://schemas.openxmlformats.org/officeDocument/2006/relationships/image" Target="../media/image120.sv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svg"/><Relationship Id="rId3" Type="http://schemas.openxmlformats.org/officeDocument/2006/relationships/image" Target="../media/image130.svg"/><Relationship Id="rId7" Type="http://schemas.openxmlformats.org/officeDocument/2006/relationships/image" Target="../media/image134.svg"/><Relationship Id="rId12" Type="http://schemas.openxmlformats.org/officeDocument/2006/relationships/image" Target="../media/image139.png"/><Relationship Id="rId2" Type="http://schemas.openxmlformats.org/officeDocument/2006/relationships/image" Target="../media/image129.png"/><Relationship Id="rId1" Type="http://schemas.openxmlformats.org/officeDocument/2006/relationships/slideMaster" Target="../slideMasters/slideMaster1.xml"/><Relationship Id="rId6" Type="http://schemas.openxmlformats.org/officeDocument/2006/relationships/image" Target="../media/image133.png"/><Relationship Id="rId11" Type="http://schemas.openxmlformats.org/officeDocument/2006/relationships/image" Target="../media/image138.svg"/><Relationship Id="rId5" Type="http://schemas.openxmlformats.org/officeDocument/2006/relationships/image" Target="../media/image132.svg"/><Relationship Id="rId15" Type="http://schemas.openxmlformats.org/officeDocument/2006/relationships/image" Target="../media/image142.svg"/><Relationship Id="rId10" Type="http://schemas.openxmlformats.org/officeDocument/2006/relationships/image" Target="../media/image137.png"/><Relationship Id="rId4" Type="http://schemas.openxmlformats.org/officeDocument/2006/relationships/image" Target="../media/image131.png"/><Relationship Id="rId9" Type="http://schemas.openxmlformats.org/officeDocument/2006/relationships/image" Target="../media/image136.svg"/><Relationship Id="rId14" Type="http://schemas.openxmlformats.org/officeDocument/2006/relationships/image" Target="../media/image14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flip="none" rotWithShape="1">
          <a:gsLst>
            <a:gs pos="13000">
              <a:schemeClr val="accent6"/>
            </a:gs>
            <a:gs pos="94000">
              <a:schemeClr val="accent1"/>
            </a:gs>
          </a:gsLst>
          <a:lin ang="2700000" scaled="1"/>
          <a:tileRect/>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3DCB3805-A2CB-4436-98AE-86CE509C5579}"/>
              </a:ext>
            </a:extLst>
          </p:cNvPr>
          <p:cNvGrpSpPr/>
          <p:nvPr userDrawn="1"/>
        </p:nvGrpSpPr>
        <p:grpSpPr>
          <a:xfrm>
            <a:off x="633986" y="314423"/>
            <a:ext cx="11092843" cy="4437854"/>
            <a:chOff x="633986" y="314423"/>
            <a:chExt cx="11092843" cy="4437854"/>
          </a:xfrm>
        </p:grpSpPr>
        <p:pic>
          <p:nvPicPr>
            <p:cNvPr id="9" name="Graphic 8">
              <a:extLst>
                <a:ext uri="{FF2B5EF4-FFF2-40B4-BE49-F238E27FC236}">
                  <a16:creationId xmlns:a16="http://schemas.microsoft.com/office/drawing/2014/main" id="{373C199D-C339-4C6A-9146-8053C92030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3986" y="314423"/>
              <a:ext cx="11092843" cy="3862800"/>
            </a:xfrm>
            <a:prstGeom prst="rect">
              <a:avLst/>
            </a:prstGeom>
          </p:spPr>
        </p:pic>
        <p:pic>
          <p:nvPicPr>
            <p:cNvPr id="10" name="Graphic 9">
              <a:extLst>
                <a:ext uri="{FF2B5EF4-FFF2-40B4-BE49-F238E27FC236}">
                  <a16:creationId xmlns:a16="http://schemas.microsoft.com/office/drawing/2014/main" id="{3BFAD814-0F73-4B99-8714-FA03537D83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04394" y="662521"/>
              <a:ext cx="9469456" cy="3927600"/>
            </a:xfrm>
            <a:prstGeom prst="rect">
              <a:avLst/>
            </a:prstGeom>
          </p:spPr>
        </p:pic>
        <p:pic>
          <p:nvPicPr>
            <p:cNvPr id="11" name="Graphic 10">
              <a:extLst>
                <a:ext uri="{FF2B5EF4-FFF2-40B4-BE49-F238E27FC236}">
                  <a16:creationId xmlns:a16="http://schemas.microsoft.com/office/drawing/2014/main" id="{E89BEE5E-E0D4-47F7-81B0-CE6BF36C5A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973790" y="473226"/>
              <a:ext cx="8610184" cy="2070000"/>
            </a:xfrm>
            <a:prstGeom prst="rect">
              <a:avLst/>
            </a:prstGeom>
          </p:spPr>
        </p:pic>
        <p:pic>
          <p:nvPicPr>
            <p:cNvPr id="12" name="Graphic 11">
              <a:extLst>
                <a:ext uri="{FF2B5EF4-FFF2-40B4-BE49-F238E27FC236}">
                  <a16:creationId xmlns:a16="http://schemas.microsoft.com/office/drawing/2014/main" id="{B6E68713-CAEC-4B9F-A1C4-8E9793FD5D4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26680" y="1000662"/>
              <a:ext cx="543600" cy="543600"/>
            </a:xfrm>
            <a:prstGeom prst="rect">
              <a:avLst/>
            </a:prstGeom>
          </p:spPr>
        </p:pic>
        <p:pic>
          <p:nvPicPr>
            <p:cNvPr id="13" name="Graphic 12">
              <a:extLst>
                <a:ext uri="{FF2B5EF4-FFF2-40B4-BE49-F238E27FC236}">
                  <a16:creationId xmlns:a16="http://schemas.microsoft.com/office/drawing/2014/main" id="{9CF9B2BD-B648-46DA-9125-6B25EE18E08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46528" y="536677"/>
              <a:ext cx="9027987" cy="4215600"/>
            </a:xfrm>
            <a:prstGeom prst="rect">
              <a:avLst/>
            </a:prstGeom>
          </p:spPr>
        </p:pic>
        <p:pic>
          <p:nvPicPr>
            <p:cNvPr id="14" name="Graphic 13">
              <a:extLst>
                <a:ext uri="{FF2B5EF4-FFF2-40B4-BE49-F238E27FC236}">
                  <a16:creationId xmlns:a16="http://schemas.microsoft.com/office/drawing/2014/main" id="{22BDBCA8-0425-4A55-9AE7-1C91EF61769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96264" y="3096515"/>
              <a:ext cx="165600" cy="165600"/>
            </a:xfrm>
            <a:prstGeom prst="rect">
              <a:avLst/>
            </a:prstGeom>
          </p:spPr>
        </p:pic>
        <p:pic>
          <p:nvPicPr>
            <p:cNvPr id="15" name="Graphic 14">
              <a:extLst>
                <a:ext uri="{FF2B5EF4-FFF2-40B4-BE49-F238E27FC236}">
                  <a16:creationId xmlns:a16="http://schemas.microsoft.com/office/drawing/2014/main" id="{200925A2-B38C-4ED9-8CDD-D4462268A49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8558625" y="779421"/>
              <a:ext cx="2771497" cy="1818000"/>
            </a:xfrm>
            <a:prstGeom prst="rect">
              <a:avLst/>
            </a:prstGeom>
          </p:spPr>
        </p:pic>
      </p:grpSp>
      <p:sp>
        <p:nvSpPr>
          <p:cNvPr id="2" name="Title 1">
            <a:extLst>
              <a:ext uri="{FF2B5EF4-FFF2-40B4-BE49-F238E27FC236}">
                <a16:creationId xmlns:a16="http://schemas.microsoft.com/office/drawing/2014/main" id="{3DB9104B-26DB-493C-8535-F6C35645B9A5}"/>
              </a:ext>
            </a:extLst>
          </p:cNvPr>
          <p:cNvSpPr>
            <a:spLocks noGrp="1"/>
          </p:cNvSpPr>
          <p:nvPr userDrawn="1">
            <p:ph type="ctrTitle" hasCustomPrompt="1"/>
          </p:nvPr>
        </p:nvSpPr>
        <p:spPr>
          <a:xfrm>
            <a:off x="1524000" y="4536120"/>
            <a:ext cx="9144000" cy="1295013"/>
          </a:xfrm>
        </p:spPr>
        <p:txBody>
          <a:bodyPr anchor="b">
            <a:normAutofit/>
          </a:bodyPr>
          <a:lstStyle>
            <a:lvl1pPr algn="ctr">
              <a:defRPr sz="7100" b="1">
                <a:solidFill>
                  <a:schemeClr val="bg1"/>
                </a:solidFill>
                <a:effectLst/>
              </a:defRPr>
            </a:lvl1pPr>
          </a:lstStyle>
          <a:p>
            <a:r>
              <a:rPr lang="en-US" dirty="0"/>
              <a:t>Lorem Ipsum</a:t>
            </a:r>
          </a:p>
        </p:txBody>
      </p:sp>
      <p:sp>
        <p:nvSpPr>
          <p:cNvPr id="3" name="Subtitle 2">
            <a:extLst>
              <a:ext uri="{FF2B5EF4-FFF2-40B4-BE49-F238E27FC236}">
                <a16:creationId xmlns:a16="http://schemas.microsoft.com/office/drawing/2014/main" id="{39C15EC5-5090-475C-9164-061FB25F0721}"/>
              </a:ext>
            </a:extLst>
          </p:cNvPr>
          <p:cNvSpPr>
            <a:spLocks noGrp="1"/>
          </p:cNvSpPr>
          <p:nvPr userDrawn="1">
            <p:ph type="subTitle" idx="1" hasCustomPrompt="1"/>
          </p:nvPr>
        </p:nvSpPr>
        <p:spPr>
          <a:xfrm>
            <a:off x="1524000" y="5923208"/>
            <a:ext cx="9144000" cy="645879"/>
          </a:xfrm>
        </p:spPr>
        <p:txBody>
          <a:bodyPr>
            <a:normAutofit/>
          </a:bodyPr>
          <a:lstStyle>
            <a:lvl1pPr marL="0" indent="0" algn="ctr">
              <a:buNone/>
              <a:defRPr sz="29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Baby Photo Album</a:t>
            </a:r>
          </a:p>
        </p:txBody>
      </p:sp>
      <p:sp>
        <p:nvSpPr>
          <p:cNvPr id="4" name="Date Placeholder 3">
            <a:extLst>
              <a:ext uri="{FF2B5EF4-FFF2-40B4-BE49-F238E27FC236}">
                <a16:creationId xmlns:a16="http://schemas.microsoft.com/office/drawing/2014/main" id="{B834128C-9010-4488-BD55-4108C73E4112}"/>
              </a:ext>
            </a:extLst>
          </p:cNvPr>
          <p:cNvSpPr>
            <a:spLocks noGrp="1"/>
          </p:cNvSpPr>
          <p:nvPr userDrawn="1">
            <p:ph type="dt" sz="half" idx="10"/>
          </p:nvPr>
        </p:nvSpPr>
        <p:spPr/>
        <p:txBody>
          <a:bodyPr/>
          <a:lstStyle>
            <a:lvl1pPr>
              <a:defRPr>
                <a:solidFill>
                  <a:schemeClr val="bg1"/>
                </a:solidFill>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B63B465D-F705-4A2A-B85F-845C689D8CE5}"/>
              </a:ext>
            </a:extLst>
          </p:cNvPr>
          <p:cNvSpPr>
            <a:spLocks noGrp="1"/>
          </p:cNvSpPr>
          <p:nvPr userDrawn="1">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7914DE7-6A27-46A5-B53B-D88E0CBA949C}"/>
              </a:ext>
            </a:extLst>
          </p:cNvPr>
          <p:cNvSpPr>
            <a:spLocks noGrp="1"/>
          </p:cNvSpPr>
          <p:nvPr userDrawn="1">
            <p:ph type="sldNum" sz="quarter" idx="12"/>
          </p:nvPr>
        </p:nvSpPr>
        <p:spPr/>
        <p:txBody>
          <a:bodyPr/>
          <a:lstStyle>
            <a:lvl1pPr>
              <a:defRPr>
                <a:solidFill>
                  <a:schemeClr val="bg1"/>
                </a:solidFill>
              </a:defRPr>
            </a:lvl1pPr>
          </a:lstStyle>
          <a:p>
            <a:fld id="{CB7A94A6-63DE-4BAC-88F6-7A5821A40BD2}" type="slidenum">
              <a:rPr lang="en-US" smtClean="0"/>
              <a:pPr/>
              <a:t>‹#›</a:t>
            </a:fld>
            <a:endParaRPr lang="en-US" dirty="0"/>
          </a:p>
        </p:txBody>
      </p:sp>
    </p:spTree>
    <p:extLst>
      <p:ext uri="{BB962C8B-B14F-4D97-AF65-F5344CB8AC3E}">
        <p14:creationId xmlns:p14="http://schemas.microsoft.com/office/powerpoint/2010/main" val="3890181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a:gsLst>
            <a:gs pos="31000">
              <a:schemeClr val="accent6">
                <a:lumMod val="75000"/>
              </a:schemeClr>
            </a:gs>
            <a:gs pos="100000">
              <a:schemeClr val="accent2"/>
            </a:gs>
          </a:gsLst>
          <a:lin ang="2700000" scaled="1"/>
        </a:gra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5523E3B9-AC60-4E86-B413-13A5253F0834}"/>
              </a:ext>
            </a:extLst>
          </p:cNvPr>
          <p:cNvGrpSpPr/>
          <p:nvPr userDrawn="1"/>
        </p:nvGrpSpPr>
        <p:grpSpPr>
          <a:xfrm>
            <a:off x="430971" y="218636"/>
            <a:ext cx="11421394" cy="6253086"/>
            <a:chOff x="430971" y="218636"/>
            <a:chExt cx="11421394" cy="6253086"/>
          </a:xfrm>
        </p:grpSpPr>
        <p:pic>
          <p:nvPicPr>
            <p:cNvPr id="24" name="Graphic 23">
              <a:extLst>
                <a:ext uri="{FF2B5EF4-FFF2-40B4-BE49-F238E27FC236}">
                  <a16:creationId xmlns:a16="http://schemas.microsoft.com/office/drawing/2014/main" id="{1F9C169C-281C-4A1C-9E0B-50066832D4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0332" y="218636"/>
              <a:ext cx="11242033" cy="6192000"/>
            </a:xfrm>
            <a:prstGeom prst="rect">
              <a:avLst/>
            </a:prstGeom>
          </p:spPr>
        </p:pic>
        <p:pic>
          <p:nvPicPr>
            <p:cNvPr id="25" name="Graphic 24">
              <a:extLst>
                <a:ext uri="{FF2B5EF4-FFF2-40B4-BE49-F238E27FC236}">
                  <a16:creationId xmlns:a16="http://schemas.microsoft.com/office/drawing/2014/main" id="{D7D81077-E88F-440C-9A83-449AE0BF0D7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1028" y="340922"/>
              <a:ext cx="11233453" cy="6130800"/>
            </a:xfrm>
            <a:prstGeom prst="rect">
              <a:avLst/>
            </a:prstGeom>
          </p:spPr>
        </p:pic>
        <p:pic>
          <p:nvPicPr>
            <p:cNvPr id="26" name="Graphic 25">
              <a:extLst>
                <a:ext uri="{FF2B5EF4-FFF2-40B4-BE49-F238E27FC236}">
                  <a16:creationId xmlns:a16="http://schemas.microsoft.com/office/drawing/2014/main" id="{3EA2BDA6-F714-43A2-94B3-BC0CC095892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30971" y="435367"/>
              <a:ext cx="10639739" cy="5205600"/>
            </a:xfrm>
            <a:prstGeom prst="rect">
              <a:avLst/>
            </a:prstGeom>
          </p:spPr>
        </p:pic>
        <p:pic>
          <p:nvPicPr>
            <p:cNvPr id="27" name="Graphic 26">
              <a:extLst>
                <a:ext uri="{FF2B5EF4-FFF2-40B4-BE49-F238E27FC236}">
                  <a16:creationId xmlns:a16="http://schemas.microsoft.com/office/drawing/2014/main" id="{C6E0CFFE-1D74-4D4A-A314-ABF4F00977A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932402" y="228380"/>
              <a:ext cx="9672194" cy="6130800"/>
            </a:xfrm>
            <a:prstGeom prst="rect">
              <a:avLst/>
            </a:prstGeom>
          </p:spPr>
        </p:pic>
        <p:pic>
          <p:nvPicPr>
            <p:cNvPr id="28" name="Graphic 27">
              <a:extLst>
                <a:ext uri="{FF2B5EF4-FFF2-40B4-BE49-F238E27FC236}">
                  <a16:creationId xmlns:a16="http://schemas.microsoft.com/office/drawing/2014/main" id="{EBCDC27F-155D-4A1C-B4B5-6E0B3BDB72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73624" y="1176848"/>
              <a:ext cx="7860376" cy="5104800"/>
            </a:xfrm>
            <a:prstGeom prst="rect">
              <a:avLst/>
            </a:prstGeom>
          </p:spPr>
        </p:pic>
        <p:pic>
          <p:nvPicPr>
            <p:cNvPr id="29" name="Graphic 28">
              <a:extLst>
                <a:ext uri="{FF2B5EF4-FFF2-40B4-BE49-F238E27FC236}">
                  <a16:creationId xmlns:a16="http://schemas.microsoft.com/office/drawing/2014/main" id="{87978569-1408-4DF9-94FD-B1031EE0416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81648" y="1906435"/>
              <a:ext cx="136800" cy="136800"/>
            </a:xfrm>
            <a:prstGeom prst="rect">
              <a:avLst/>
            </a:prstGeom>
          </p:spPr>
        </p:pic>
      </p:grpSp>
      <p:sp>
        <p:nvSpPr>
          <p:cNvPr id="2" name="Title 1">
            <a:extLst>
              <a:ext uri="{FF2B5EF4-FFF2-40B4-BE49-F238E27FC236}">
                <a16:creationId xmlns:a16="http://schemas.microsoft.com/office/drawing/2014/main" id="{B3D49335-FB53-4B04-8BF8-2FE27DFB8D20}"/>
              </a:ext>
            </a:extLst>
          </p:cNvPr>
          <p:cNvSpPr>
            <a:spLocks noGrp="1"/>
          </p:cNvSpPr>
          <p:nvPr>
            <p:ph type="title" hasCustomPrompt="1"/>
          </p:nvPr>
        </p:nvSpPr>
        <p:spPr>
          <a:xfrm>
            <a:off x="884774" y="883689"/>
            <a:ext cx="4248443" cy="1325563"/>
          </a:xfrm>
        </p:spPr>
        <p:txBody>
          <a:bodyPr>
            <a:normAutofit/>
          </a:bodyPr>
          <a:lstStyle>
            <a:lvl1pPr>
              <a:defRPr sz="6000" b="1" baseline="0">
                <a:solidFill>
                  <a:schemeClr val="bg1"/>
                </a:solidFill>
                <a:effectLst/>
              </a:defRPr>
            </a:lvl1pPr>
          </a:lstStyle>
          <a:p>
            <a:r>
              <a:rPr lang="en-US" noProof="0" dirty="0"/>
              <a:t>1st Month</a:t>
            </a:r>
          </a:p>
        </p:txBody>
      </p:sp>
      <p:sp>
        <p:nvSpPr>
          <p:cNvPr id="4" name="Date Placeholder 3">
            <a:extLst>
              <a:ext uri="{FF2B5EF4-FFF2-40B4-BE49-F238E27FC236}">
                <a16:creationId xmlns:a16="http://schemas.microsoft.com/office/drawing/2014/main" id="{B65F8C2A-F45C-473D-9CE0-978D42D82C9B}"/>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6AF747BF-36C8-4A84-8AF0-983490308640}"/>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537CB2CA-DF28-49BB-B957-F0C11C0AFF28}"/>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CB7A94A6-63DE-4BAC-88F6-7A5821A40BD2}" type="slidenum">
              <a:rPr lang="en-US" smtClean="0"/>
              <a:pPr/>
              <a:t>‹#›</a:t>
            </a:fld>
            <a:endParaRPr lang="en-US" dirty="0"/>
          </a:p>
        </p:txBody>
      </p:sp>
      <p:sp>
        <p:nvSpPr>
          <p:cNvPr id="10" name="Text Placeholder 9">
            <a:extLst>
              <a:ext uri="{FF2B5EF4-FFF2-40B4-BE49-F238E27FC236}">
                <a16:creationId xmlns:a16="http://schemas.microsoft.com/office/drawing/2014/main" id="{F5F892EC-164D-4E6E-BDF5-551ED57E090C}"/>
              </a:ext>
            </a:extLst>
          </p:cNvPr>
          <p:cNvSpPr>
            <a:spLocks noGrp="1"/>
          </p:cNvSpPr>
          <p:nvPr>
            <p:ph type="body" sz="quarter" idx="13" hasCustomPrompt="1"/>
          </p:nvPr>
        </p:nvSpPr>
        <p:spPr>
          <a:xfrm>
            <a:off x="1002022" y="1993552"/>
            <a:ext cx="4248150" cy="532740"/>
          </a:xfrm>
        </p:spPr>
        <p:txBody>
          <a:bodyPr>
            <a:normAutofit/>
          </a:bodyPr>
          <a:lstStyle>
            <a:lvl1pPr marL="0" indent="0">
              <a:lnSpc>
                <a:spcPct val="100000"/>
              </a:lnSpc>
              <a:spcBef>
                <a:spcPts val="0"/>
              </a:spcBef>
              <a:buNone/>
              <a:defRPr sz="2500" spc="50" baseline="0">
                <a:solidFill>
                  <a:schemeClr val="bg1"/>
                </a:solidFill>
                <a:effectLst/>
              </a:defRPr>
            </a:lvl1pPr>
          </a:lstStyle>
          <a:p>
            <a:pPr lvl="0"/>
            <a:r>
              <a:rPr lang="en-US" noProof="0"/>
              <a:t>Lorem Ipsum Dolor Sit</a:t>
            </a:r>
          </a:p>
        </p:txBody>
      </p:sp>
    </p:spTree>
    <p:extLst>
      <p:ext uri="{BB962C8B-B14F-4D97-AF65-F5344CB8AC3E}">
        <p14:creationId xmlns:p14="http://schemas.microsoft.com/office/powerpoint/2010/main" val="4166809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0">
              <a:schemeClr val="accent6"/>
            </a:gs>
            <a:gs pos="100000">
              <a:schemeClr val="accent5">
                <a:lumMod val="75000"/>
              </a:schemeClr>
            </a:gs>
          </a:gsLst>
          <a:lin ang="2700000" scaled="1"/>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4F10EC8-0906-44EA-A5EA-B8787695D0D8}"/>
              </a:ext>
            </a:extLst>
          </p:cNvPr>
          <p:cNvGrpSpPr/>
          <p:nvPr userDrawn="1"/>
        </p:nvGrpSpPr>
        <p:grpSpPr>
          <a:xfrm>
            <a:off x="436585" y="414370"/>
            <a:ext cx="11401053" cy="6012000"/>
            <a:chOff x="436585" y="414370"/>
            <a:chExt cx="11401053" cy="6012000"/>
          </a:xfrm>
        </p:grpSpPr>
        <p:pic>
          <p:nvPicPr>
            <p:cNvPr id="10" name="Graphic 9">
              <a:extLst>
                <a:ext uri="{FF2B5EF4-FFF2-40B4-BE49-F238E27FC236}">
                  <a16:creationId xmlns:a16="http://schemas.microsoft.com/office/drawing/2014/main" id="{D9FB202C-4F0A-4802-91A6-836B880D087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0639" y="446753"/>
              <a:ext cx="10925440" cy="5716800"/>
            </a:xfrm>
            <a:prstGeom prst="rect">
              <a:avLst/>
            </a:prstGeom>
          </p:spPr>
        </p:pic>
        <p:pic>
          <p:nvPicPr>
            <p:cNvPr id="11" name="Graphic 10">
              <a:extLst>
                <a:ext uri="{FF2B5EF4-FFF2-40B4-BE49-F238E27FC236}">
                  <a16:creationId xmlns:a16="http://schemas.microsoft.com/office/drawing/2014/main" id="{D8D18849-E67D-4D03-9AF3-A2951C4B61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1102" y="414370"/>
              <a:ext cx="10930909" cy="6012000"/>
            </a:xfrm>
            <a:prstGeom prst="rect">
              <a:avLst/>
            </a:prstGeom>
          </p:spPr>
        </p:pic>
        <p:pic>
          <p:nvPicPr>
            <p:cNvPr id="12" name="Graphic 11">
              <a:extLst>
                <a:ext uri="{FF2B5EF4-FFF2-40B4-BE49-F238E27FC236}">
                  <a16:creationId xmlns:a16="http://schemas.microsoft.com/office/drawing/2014/main" id="{08131578-5187-4E8C-9434-F33E01715A0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36585" y="666311"/>
              <a:ext cx="11401053" cy="4982400"/>
            </a:xfrm>
            <a:prstGeom prst="rect">
              <a:avLst/>
            </a:prstGeom>
          </p:spPr>
        </p:pic>
        <p:pic>
          <p:nvPicPr>
            <p:cNvPr id="13" name="Graphic 12">
              <a:extLst>
                <a:ext uri="{FF2B5EF4-FFF2-40B4-BE49-F238E27FC236}">
                  <a16:creationId xmlns:a16="http://schemas.microsoft.com/office/drawing/2014/main" id="{C2CBAC89-31BC-4AF6-A213-BA40EC21E60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72966" y="1690877"/>
              <a:ext cx="9664280" cy="4597200"/>
            </a:xfrm>
            <a:prstGeom prst="rect">
              <a:avLst/>
            </a:prstGeom>
          </p:spPr>
        </p:pic>
        <p:pic>
          <p:nvPicPr>
            <p:cNvPr id="14" name="Graphic 13">
              <a:extLst>
                <a:ext uri="{FF2B5EF4-FFF2-40B4-BE49-F238E27FC236}">
                  <a16:creationId xmlns:a16="http://schemas.microsoft.com/office/drawing/2014/main" id="{ABBDFB7C-54AC-43A0-974B-FB0F4640C240}"/>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957088" y="729380"/>
              <a:ext cx="9703346" cy="5428800"/>
            </a:xfrm>
            <a:prstGeom prst="rect">
              <a:avLst/>
            </a:prstGeom>
          </p:spPr>
        </p:pic>
        <p:pic>
          <p:nvPicPr>
            <p:cNvPr id="15" name="Graphic 14">
              <a:extLst>
                <a:ext uri="{FF2B5EF4-FFF2-40B4-BE49-F238E27FC236}">
                  <a16:creationId xmlns:a16="http://schemas.microsoft.com/office/drawing/2014/main" id="{34CA781E-7722-4B46-B9C1-9BCF5995354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00966" y="4478101"/>
              <a:ext cx="144000" cy="144000"/>
            </a:xfrm>
            <a:prstGeom prst="rect">
              <a:avLst/>
            </a:prstGeom>
          </p:spPr>
        </p:pic>
      </p:grpSp>
      <p:sp>
        <p:nvSpPr>
          <p:cNvPr id="2" name="Title 1">
            <a:extLst>
              <a:ext uri="{FF2B5EF4-FFF2-40B4-BE49-F238E27FC236}">
                <a16:creationId xmlns:a16="http://schemas.microsoft.com/office/drawing/2014/main" id="{2140A1F2-275F-419C-AAEA-D3A7C8798755}"/>
              </a:ext>
            </a:extLst>
          </p:cNvPr>
          <p:cNvSpPr>
            <a:spLocks noGrp="1"/>
          </p:cNvSpPr>
          <p:nvPr>
            <p:ph type="title" hasCustomPrompt="1"/>
          </p:nvPr>
        </p:nvSpPr>
        <p:spPr>
          <a:xfrm>
            <a:off x="7301133" y="1048557"/>
            <a:ext cx="4341739" cy="2852737"/>
          </a:xfrm>
          <a:effectLst/>
        </p:spPr>
        <p:txBody>
          <a:bodyPr anchor="b">
            <a:normAutofit/>
          </a:bodyPr>
          <a:lstStyle>
            <a:lvl1pPr>
              <a:defRPr sz="6000" b="1">
                <a:solidFill>
                  <a:schemeClr val="bg1"/>
                </a:solidFill>
                <a:effectLst/>
              </a:defRPr>
            </a:lvl1pPr>
          </a:lstStyle>
          <a:p>
            <a:r>
              <a:rPr lang="en-US" dirty="0"/>
              <a:t>2nd</a:t>
            </a:r>
            <a:br>
              <a:rPr lang="en-US" dirty="0"/>
            </a:br>
            <a:r>
              <a:rPr lang="en-US" dirty="0"/>
              <a:t>Month</a:t>
            </a:r>
          </a:p>
        </p:txBody>
      </p:sp>
      <p:sp>
        <p:nvSpPr>
          <p:cNvPr id="3" name="Text Placeholder 2">
            <a:extLst>
              <a:ext uri="{FF2B5EF4-FFF2-40B4-BE49-F238E27FC236}">
                <a16:creationId xmlns:a16="http://schemas.microsoft.com/office/drawing/2014/main" id="{3ECBCE06-FC81-4704-B49B-BBDBA7F925CF}"/>
              </a:ext>
            </a:extLst>
          </p:cNvPr>
          <p:cNvSpPr>
            <a:spLocks noGrp="1"/>
          </p:cNvSpPr>
          <p:nvPr>
            <p:ph type="body" idx="1" hasCustomPrompt="1"/>
          </p:nvPr>
        </p:nvSpPr>
        <p:spPr>
          <a:xfrm>
            <a:off x="7301132" y="3938400"/>
            <a:ext cx="4046317" cy="1500187"/>
          </a:xfrm>
          <a:effectLst/>
        </p:spPr>
        <p:txBody>
          <a:bodyPr>
            <a:normAutofit/>
          </a:bodyPr>
          <a:lstStyle>
            <a:lvl1pPr marL="0" indent="0">
              <a:lnSpc>
                <a:spcPct val="114000"/>
              </a:lnSpc>
              <a:spcBef>
                <a:spcPts val="0"/>
              </a:spcBef>
              <a:buNone/>
              <a:defRPr sz="2500">
                <a:solidFill>
                  <a:schemeClr val="bg1"/>
                </a:solidFill>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Lorem Ipsum</a:t>
            </a:r>
            <a:br>
              <a:rPr lang="en-US" dirty="0"/>
            </a:br>
            <a:r>
              <a:rPr lang="en-US" dirty="0"/>
              <a:t>Dolor Sit</a:t>
            </a:r>
          </a:p>
        </p:txBody>
      </p:sp>
      <p:sp>
        <p:nvSpPr>
          <p:cNvPr id="4" name="Date Placeholder 3">
            <a:extLst>
              <a:ext uri="{FF2B5EF4-FFF2-40B4-BE49-F238E27FC236}">
                <a16:creationId xmlns:a16="http://schemas.microsoft.com/office/drawing/2014/main" id="{DE888C11-8129-43C9-A10B-7A893A15EF8E}"/>
              </a:ext>
            </a:extLst>
          </p:cNvPr>
          <p:cNvSpPr>
            <a:spLocks noGrp="1"/>
          </p:cNvSpPr>
          <p:nvPr>
            <p:ph type="dt" sz="half" idx="10"/>
          </p:nvPr>
        </p:nvSpPr>
        <p:spPr>
          <a:effectLst/>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90AA60DC-2B00-4764-BE37-0A7B8DB492A3}"/>
              </a:ext>
            </a:extLst>
          </p:cNvPr>
          <p:cNvSpPr>
            <a:spLocks noGrp="1"/>
          </p:cNvSpPr>
          <p:nvPr>
            <p:ph type="ftr" sz="quarter" idx="11"/>
          </p:nvPr>
        </p:nvSpPr>
        <p:spPr>
          <a:effectLst/>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D42D5888-8E88-44C3-89C1-FE20B9D7D866}"/>
              </a:ext>
            </a:extLst>
          </p:cNvPr>
          <p:cNvSpPr>
            <a:spLocks noGrp="1"/>
          </p:cNvSpPr>
          <p:nvPr>
            <p:ph type="sldNum" sz="quarter" idx="12"/>
          </p:nvPr>
        </p:nvSpPr>
        <p:spPr>
          <a:effectLst/>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9" name="Picture Placeholder 11">
            <a:extLst>
              <a:ext uri="{FF2B5EF4-FFF2-40B4-BE49-F238E27FC236}">
                <a16:creationId xmlns:a16="http://schemas.microsoft.com/office/drawing/2014/main" id="{F6C85392-1C1F-497E-91D7-A98D835DBC98}"/>
              </a:ext>
            </a:extLst>
          </p:cNvPr>
          <p:cNvSpPr>
            <a:spLocks noGrp="1"/>
          </p:cNvSpPr>
          <p:nvPr>
            <p:ph type="pic" sz="quarter" idx="14"/>
          </p:nvPr>
        </p:nvSpPr>
        <p:spPr>
          <a:xfrm>
            <a:off x="682991" y="859092"/>
            <a:ext cx="6125770" cy="5139815"/>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dirty="0"/>
              <a:t>Click icon to add picture</a:t>
            </a:r>
          </a:p>
        </p:txBody>
      </p:sp>
    </p:spTree>
    <p:extLst>
      <p:ext uri="{BB962C8B-B14F-4D97-AF65-F5344CB8AC3E}">
        <p14:creationId xmlns:p14="http://schemas.microsoft.com/office/powerpoint/2010/main" val="2516635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gradFill>
          <a:gsLst>
            <a:gs pos="5000">
              <a:schemeClr val="accent5">
                <a:lumMod val="50000"/>
              </a:schemeClr>
            </a:gs>
            <a:gs pos="100000">
              <a:schemeClr val="accent6"/>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9586EFB-15E8-4419-8B41-468E9A15E718}"/>
              </a:ext>
            </a:extLst>
          </p:cNvPr>
          <p:cNvGrpSpPr/>
          <p:nvPr userDrawn="1"/>
        </p:nvGrpSpPr>
        <p:grpSpPr>
          <a:xfrm flipH="1">
            <a:off x="313230" y="441553"/>
            <a:ext cx="11565539" cy="6097359"/>
            <a:chOff x="266438" y="262590"/>
            <a:chExt cx="11565539" cy="6097359"/>
          </a:xfrm>
        </p:grpSpPr>
        <p:pic>
          <p:nvPicPr>
            <p:cNvPr id="16" name="Graphic 15">
              <a:extLst>
                <a:ext uri="{FF2B5EF4-FFF2-40B4-BE49-F238E27FC236}">
                  <a16:creationId xmlns:a16="http://schemas.microsoft.com/office/drawing/2014/main" id="{4082142F-6A78-4253-BC8B-AFCD1BADF1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5915" y="276039"/>
              <a:ext cx="11440170" cy="5878800"/>
            </a:xfrm>
            <a:prstGeom prst="rect">
              <a:avLst/>
            </a:prstGeom>
          </p:spPr>
        </p:pic>
        <p:pic>
          <p:nvPicPr>
            <p:cNvPr id="17" name="Graphic 16">
              <a:extLst>
                <a:ext uri="{FF2B5EF4-FFF2-40B4-BE49-F238E27FC236}">
                  <a16:creationId xmlns:a16="http://schemas.microsoft.com/office/drawing/2014/main" id="{E16A53B8-920D-4B64-B3EF-7470A7C7A05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75700" y="322749"/>
              <a:ext cx="11044899" cy="6037200"/>
            </a:xfrm>
            <a:prstGeom prst="rect">
              <a:avLst/>
            </a:prstGeom>
          </p:spPr>
        </p:pic>
        <p:pic>
          <p:nvPicPr>
            <p:cNvPr id="18" name="Graphic 17">
              <a:extLst>
                <a:ext uri="{FF2B5EF4-FFF2-40B4-BE49-F238E27FC236}">
                  <a16:creationId xmlns:a16="http://schemas.microsoft.com/office/drawing/2014/main" id="{5913BD7D-DD14-4153-A0B9-4E415E669A0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66438" y="297496"/>
              <a:ext cx="11549647" cy="5400000"/>
            </a:xfrm>
            <a:prstGeom prst="rect">
              <a:avLst/>
            </a:prstGeom>
          </p:spPr>
        </p:pic>
        <p:pic>
          <p:nvPicPr>
            <p:cNvPr id="19" name="Graphic 18">
              <a:extLst>
                <a:ext uri="{FF2B5EF4-FFF2-40B4-BE49-F238E27FC236}">
                  <a16:creationId xmlns:a16="http://schemas.microsoft.com/office/drawing/2014/main" id="{13B10F7C-FF26-4A19-ABB3-E596CBB9C72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026951" y="262590"/>
              <a:ext cx="5167291" cy="669600"/>
            </a:xfrm>
            <a:prstGeom prst="rect">
              <a:avLst/>
            </a:prstGeom>
          </p:spPr>
        </p:pic>
        <p:pic>
          <p:nvPicPr>
            <p:cNvPr id="20" name="Graphic 19">
              <a:extLst>
                <a:ext uri="{FF2B5EF4-FFF2-40B4-BE49-F238E27FC236}">
                  <a16:creationId xmlns:a16="http://schemas.microsoft.com/office/drawing/2014/main" id="{6AF61496-CE23-4745-AE24-8B6C1506EB5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66175" y="1695668"/>
              <a:ext cx="11065802" cy="4586400"/>
            </a:xfrm>
            <a:prstGeom prst="rect">
              <a:avLst/>
            </a:prstGeom>
          </p:spPr>
        </p:pic>
        <p:pic>
          <p:nvPicPr>
            <p:cNvPr id="21" name="Graphic 20">
              <a:extLst>
                <a:ext uri="{FF2B5EF4-FFF2-40B4-BE49-F238E27FC236}">
                  <a16:creationId xmlns:a16="http://schemas.microsoft.com/office/drawing/2014/main" id="{CD1E5149-37C5-413F-A4FA-660F6BFBF0E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584614" y="4473890"/>
              <a:ext cx="144000" cy="144000"/>
            </a:xfrm>
            <a:prstGeom prst="rect">
              <a:avLst/>
            </a:prstGeom>
          </p:spPr>
        </p:pic>
      </p:grpSp>
      <p:sp>
        <p:nvSpPr>
          <p:cNvPr id="5" name="Date Placeholder 4">
            <a:extLst>
              <a:ext uri="{FF2B5EF4-FFF2-40B4-BE49-F238E27FC236}">
                <a16:creationId xmlns:a16="http://schemas.microsoft.com/office/drawing/2014/main" id="{E16328A7-8FDA-49C5-BF71-0E7CC7376266}"/>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6" name="Footer Placeholder 5">
            <a:extLst>
              <a:ext uri="{FF2B5EF4-FFF2-40B4-BE49-F238E27FC236}">
                <a16:creationId xmlns:a16="http://schemas.microsoft.com/office/drawing/2014/main" id="{8F870BDD-35F6-4BF6-B50B-492EACB9DF92}"/>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7" name="Slide Number Placeholder 6">
            <a:extLst>
              <a:ext uri="{FF2B5EF4-FFF2-40B4-BE49-F238E27FC236}">
                <a16:creationId xmlns:a16="http://schemas.microsoft.com/office/drawing/2014/main" id="{66A57B81-CC28-4166-AD5A-12607EEDA423}"/>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8" name="Picture Placeholder 11">
            <a:extLst>
              <a:ext uri="{FF2B5EF4-FFF2-40B4-BE49-F238E27FC236}">
                <a16:creationId xmlns:a16="http://schemas.microsoft.com/office/drawing/2014/main" id="{4249ED2E-953A-4746-B174-A4337B9B2FE0}"/>
              </a:ext>
            </a:extLst>
          </p:cNvPr>
          <p:cNvSpPr>
            <a:spLocks noGrp="1"/>
          </p:cNvSpPr>
          <p:nvPr>
            <p:ph type="pic" sz="quarter" idx="14"/>
          </p:nvPr>
        </p:nvSpPr>
        <p:spPr>
          <a:xfrm>
            <a:off x="687001" y="859093"/>
            <a:ext cx="5121856" cy="385439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11" name="Picture Placeholder 11">
            <a:extLst>
              <a:ext uri="{FF2B5EF4-FFF2-40B4-BE49-F238E27FC236}">
                <a16:creationId xmlns:a16="http://schemas.microsoft.com/office/drawing/2014/main" id="{4E1606A6-3EDD-418C-8294-C63A91D25566}"/>
              </a:ext>
            </a:extLst>
          </p:cNvPr>
          <p:cNvSpPr>
            <a:spLocks noGrp="1"/>
          </p:cNvSpPr>
          <p:nvPr>
            <p:ph type="pic" sz="quarter" idx="15"/>
          </p:nvPr>
        </p:nvSpPr>
        <p:spPr>
          <a:xfrm>
            <a:off x="6382220" y="859093"/>
            <a:ext cx="5121856" cy="385439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4" name="Title 12">
            <a:extLst>
              <a:ext uri="{FF2B5EF4-FFF2-40B4-BE49-F238E27FC236}">
                <a16:creationId xmlns:a16="http://schemas.microsoft.com/office/drawing/2014/main" id="{CFC2496D-417A-3C42-85B8-E3980EB3376B}"/>
              </a:ext>
            </a:extLst>
          </p:cNvPr>
          <p:cNvSpPr>
            <a:spLocks noGrp="1"/>
          </p:cNvSpPr>
          <p:nvPr>
            <p:ph type="title" hasCustomPrompt="1"/>
          </p:nvPr>
        </p:nvSpPr>
        <p:spPr>
          <a:xfrm>
            <a:off x="542229" y="4818614"/>
            <a:ext cx="4214622" cy="1015413"/>
          </a:xfrm>
        </p:spPr>
        <p:txBody>
          <a:bodyPr>
            <a:normAutofit/>
          </a:bodyPr>
          <a:lstStyle>
            <a:lvl1pPr>
              <a:lnSpc>
                <a:spcPct val="100000"/>
              </a:lnSpc>
              <a:defRPr sz="6000" baseline="0">
                <a:solidFill>
                  <a:schemeClr val="bg1"/>
                </a:solidFill>
                <a:effectLst/>
              </a:defRPr>
            </a:lvl1pPr>
          </a:lstStyle>
          <a:p>
            <a:r>
              <a:rPr lang="en-US"/>
              <a:t>3rd Month</a:t>
            </a:r>
          </a:p>
        </p:txBody>
      </p:sp>
      <p:sp>
        <p:nvSpPr>
          <p:cNvPr id="25" name="Text Placeholder 14">
            <a:extLst>
              <a:ext uri="{FF2B5EF4-FFF2-40B4-BE49-F238E27FC236}">
                <a16:creationId xmlns:a16="http://schemas.microsoft.com/office/drawing/2014/main" id="{97F59A2F-DDE0-2E41-A0DC-D8F2576DD1A2}"/>
              </a:ext>
            </a:extLst>
          </p:cNvPr>
          <p:cNvSpPr>
            <a:spLocks noGrp="1"/>
          </p:cNvSpPr>
          <p:nvPr>
            <p:ph type="body" sz="quarter" idx="17" hasCustomPrompt="1"/>
          </p:nvPr>
        </p:nvSpPr>
        <p:spPr>
          <a:xfrm>
            <a:off x="537715" y="5756005"/>
            <a:ext cx="3639161" cy="581955"/>
          </a:xfrm>
        </p:spPr>
        <p:txBody>
          <a:bodyPr anchor="ctr">
            <a:noAutofit/>
          </a:bodyPr>
          <a:lstStyle>
            <a:lvl1pPr marL="0" indent="0">
              <a:lnSpc>
                <a:spcPct val="114000"/>
              </a:lnSpc>
              <a:spcBef>
                <a:spcPts val="0"/>
              </a:spcBef>
              <a:buNone/>
              <a:defRPr sz="2500" spc="50" baseline="0">
                <a:solidFill>
                  <a:schemeClr val="bg1"/>
                </a:solidFill>
                <a:effectLst/>
              </a:defRPr>
            </a:lvl1pPr>
          </a:lstStyle>
          <a:p>
            <a:pPr lvl="0"/>
            <a:r>
              <a:rPr lang="en-US"/>
              <a:t>Lorem Ipsum Dolor Sit</a:t>
            </a:r>
          </a:p>
        </p:txBody>
      </p:sp>
    </p:spTree>
    <p:extLst>
      <p:ext uri="{BB962C8B-B14F-4D97-AF65-F5344CB8AC3E}">
        <p14:creationId xmlns:p14="http://schemas.microsoft.com/office/powerpoint/2010/main" val="1912624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gradFill>
          <a:gsLst>
            <a:gs pos="14000">
              <a:schemeClr val="accent3"/>
            </a:gs>
            <a:gs pos="100000">
              <a:schemeClr val="accent5"/>
            </a:gs>
          </a:gsLst>
          <a:lin ang="2700000" scaled="1"/>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1991E43F-4BBA-4DE7-9FCA-FCC8C282F73F}"/>
              </a:ext>
            </a:extLst>
          </p:cNvPr>
          <p:cNvGrpSpPr/>
          <p:nvPr userDrawn="1"/>
        </p:nvGrpSpPr>
        <p:grpSpPr>
          <a:xfrm>
            <a:off x="508475" y="328912"/>
            <a:ext cx="11389981" cy="6210000"/>
            <a:chOff x="508475" y="328912"/>
            <a:chExt cx="11389981" cy="6210000"/>
          </a:xfrm>
        </p:grpSpPr>
        <p:pic>
          <p:nvPicPr>
            <p:cNvPr id="18" name="Graphic 17">
              <a:extLst>
                <a:ext uri="{FF2B5EF4-FFF2-40B4-BE49-F238E27FC236}">
                  <a16:creationId xmlns:a16="http://schemas.microsoft.com/office/drawing/2014/main" id="{115739FC-BCFE-4479-8296-4A3FA85B5CA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4543" y="328912"/>
              <a:ext cx="11010368" cy="6210000"/>
            </a:xfrm>
            <a:prstGeom prst="rect">
              <a:avLst/>
            </a:prstGeom>
          </p:spPr>
        </p:pic>
        <p:pic>
          <p:nvPicPr>
            <p:cNvPr id="19" name="Graphic 18">
              <a:extLst>
                <a:ext uri="{FF2B5EF4-FFF2-40B4-BE49-F238E27FC236}">
                  <a16:creationId xmlns:a16="http://schemas.microsoft.com/office/drawing/2014/main" id="{694A1DD0-0E35-45A7-A53E-5C17DD93132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31159" y="421200"/>
              <a:ext cx="7741595" cy="6015600"/>
            </a:xfrm>
            <a:prstGeom prst="rect">
              <a:avLst/>
            </a:prstGeom>
          </p:spPr>
        </p:pic>
        <p:pic>
          <p:nvPicPr>
            <p:cNvPr id="20" name="Graphic 19">
              <a:extLst>
                <a:ext uri="{FF2B5EF4-FFF2-40B4-BE49-F238E27FC236}">
                  <a16:creationId xmlns:a16="http://schemas.microsoft.com/office/drawing/2014/main" id="{CE138487-A8C6-4B36-8F9E-A932A44A079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80475" y="585398"/>
              <a:ext cx="3571200" cy="1626739"/>
            </a:xfrm>
            <a:prstGeom prst="rect">
              <a:avLst/>
            </a:prstGeom>
          </p:spPr>
        </p:pic>
        <p:pic>
          <p:nvPicPr>
            <p:cNvPr id="21" name="Graphic 20">
              <a:extLst>
                <a:ext uri="{FF2B5EF4-FFF2-40B4-BE49-F238E27FC236}">
                  <a16:creationId xmlns:a16="http://schemas.microsoft.com/office/drawing/2014/main" id="{573F69D5-63FF-4468-95F8-6A61E73471E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53683" y="511532"/>
              <a:ext cx="7369681" cy="5806800"/>
            </a:xfrm>
            <a:prstGeom prst="rect">
              <a:avLst/>
            </a:prstGeom>
          </p:spPr>
        </p:pic>
        <p:pic>
          <p:nvPicPr>
            <p:cNvPr id="22" name="Graphic 21">
              <a:extLst>
                <a:ext uri="{FF2B5EF4-FFF2-40B4-BE49-F238E27FC236}">
                  <a16:creationId xmlns:a16="http://schemas.microsoft.com/office/drawing/2014/main" id="{D635BB9B-2AB5-470B-8F8C-D7CA0800AA4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949750" y="490912"/>
              <a:ext cx="9948706" cy="6048000"/>
            </a:xfrm>
            <a:prstGeom prst="rect">
              <a:avLst/>
            </a:prstGeom>
          </p:spPr>
        </p:pic>
        <p:pic>
          <p:nvPicPr>
            <p:cNvPr id="23" name="Graphic 22">
              <a:extLst>
                <a:ext uri="{FF2B5EF4-FFF2-40B4-BE49-F238E27FC236}">
                  <a16:creationId xmlns:a16="http://schemas.microsoft.com/office/drawing/2014/main" id="{2019D6A7-CFD3-4824-9DDC-02AA5455F3E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08475" y="2241798"/>
              <a:ext cx="144000" cy="144000"/>
            </a:xfrm>
            <a:prstGeom prst="rect">
              <a:avLst/>
            </a:prstGeom>
          </p:spPr>
        </p:pic>
      </p:grpSp>
      <p:sp>
        <p:nvSpPr>
          <p:cNvPr id="2" name="Title 1">
            <a:extLst>
              <a:ext uri="{FF2B5EF4-FFF2-40B4-BE49-F238E27FC236}">
                <a16:creationId xmlns:a16="http://schemas.microsoft.com/office/drawing/2014/main" id="{7C9236FC-5672-49DF-9990-33C106841246}"/>
              </a:ext>
            </a:extLst>
          </p:cNvPr>
          <p:cNvSpPr>
            <a:spLocks noGrp="1"/>
          </p:cNvSpPr>
          <p:nvPr>
            <p:ph type="title" hasCustomPrompt="1"/>
          </p:nvPr>
        </p:nvSpPr>
        <p:spPr>
          <a:xfrm>
            <a:off x="134815" y="2419008"/>
            <a:ext cx="3201988" cy="1325563"/>
          </a:xfrm>
        </p:spPr>
        <p:txBody>
          <a:bodyPr/>
          <a:lstStyle>
            <a:lvl1pPr algn="r">
              <a:defRPr baseline="0">
                <a:solidFill>
                  <a:schemeClr val="bg1"/>
                </a:solidFill>
                <a:effectLst/>
              </a:defRPr>
            </a:lvl1pPr>
          </a:lstStyle>
          <a:p>
            <a:r>
              <a:rPr lang="en-US" noProof="0"/>
              <a:t>4th</a:t>
            </a:r>
            <a:br>
              <a:rPr lang="en-US" noProof="0"/>
            </a:br>
            <a:r>
              <a:rPr lang="en-US" noProof="0"/>
              <a:t>Month </a:t>
            </a:r>
          </a:p>
        </p:txBody>
      </p:sp>
      <p:sp>
        <p:nvSpPr>
          <p:cNvPr id="7" name="Date Placeholder 6">
            <a:extLst>
              <a:ext uri="{FF2B5EF4-FFF2-40B4-BE49-F238E27FC236}">
                <a16:creationId xmlns:a16="http://schemas.microsoft.com/office/drawing/2014/main" id="{78963CAB-898D-4C26-8090-EB4AE1BA6F22}"/>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8" name="Footer Placeholder 7">
            <a:extLst>
              <a:ext uri="{FF2B5EF4-FFF2-40B4-BE49-F238E27FC236}">
                <a16:creationId xmlns:a16="http://schemas.microsoft.com/office/drawing/2014/main" id="{7789D4D4-9C5D-4FA2-927F-1A6061C08A97}"/>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9" name="Slide Number Placeholder 8">
            <a:extLst>
              <a:ext uri="{FF2B5EF4-FFF2-40B4-BE49-F238E27FC236}">
                <a16:creationId xmlns:a16="http://schemas.microsoft.com/office/drawing/2014/main" id="{6205591D-33AD-4129-93EC-DC96E795456E}"/>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Text Placeholder 14">
            <a:extLst>
              <a:ext uri="{FF2B5EF4-FFF2-40B4-BE49-F238E27FC236}">
                <a16:creationId xmlns:a16="http://schemas.microsoft.com/office/drawing/2014/main" id="{2FF1837B-E107-41D7-A4FD-D1107352E233}"/>
              </a:ext>
            </a:extLst>
          </p:cNvPr>
          <p:cNvSpPr>
            <a:spLocks noGrp="1"/>
          </p:cNvSpPr>
          <p:nvPr>
            <p:ph type="body" sz="quarter" idx="16" hasCustomPrompt="1"/>
          </p:nvPr>
        </p:nvSpPr>
        <p:spPr>
          <a:xfrm>
            <a:off x="587090" y="3883725"/>
            <a:ext cx="2749714" cy="1049684"/>
          </a:xfrm>
        </p:spPr>
        <p:txBody>
          <a:bodyPr>
            <a:noAutofit/>
          </a:bodyPr>
          <a:lstStyle>
            <a:lvl1pPr marL="0" indent="0" algn="r">
              <a:lnSpc>
                <a:spcPct val="114000"/>
              </a:lnSpc>
              <a:spcBef>
                <a:spcPts val="0"/>
              </a:spcBef>
              <a:buNone/>
              <a:defRPr sz="2500" spc="50" baseline="0">
                <a:solidFill>
                  <a:schemeClr val="bg1"/>
                </a:solidFill>
                <a:effectLst/>
              </a:defRPr>
            </a:lvl1pPr>
          </a:lstStyle>
          <a:p>
            <a:pPr lvl="0"/>
            <a:r>
              <a:rPr lang="en-US" noProof="0"/>
              <a:t>Lorem Ipsum Dolor Sit</a:t>
            </a:r>
          </a:p>
        </p:txBody>
      </p:sp>
      <p:sp>
        <p:nvSpPr>
          <p:cNvPr id="29" name="Picture Placeholder 16">
            <a:extLst>
              <a:ext uri="{FF2B5EF4-FFF2-40B4-BE49-F238E27FC236}">
                <a16:creationId xmlns:a16="http://schemas.microsoft.com/office/drawing/2014/main" id="{D2E32D74-69FB-B14B-A3FD-2E1D8BCC2618}"/>
              </a:ext>
            </a:extLst>
          </p:cNvPr>
          <p:cNvSpPr>
            <a:spLocks noGrp="1"/>
          </p:cNvSpPr>
          <p:nvPr>
            <p:ph type="pic" sz="quarter" idx="15"/>
          </p:nvPr>
        </p:nvSpPr>
        <p:spPr>
          <a:xfrm>
            <a:off x="6332233" y="824892"/>
            <a:ext cx="5202936" cy="5202936"/>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effectLst/>
              </a:defRPr>
            </a:lvl1pPr>
          </a:lstStyle>
          <a:p>
            <a:r>
              <a:rPr lang="en-US" noProof="0"/>
              <a:t>Click icon to add picture</a:t>
            </a:r>
            <a:endParaRPr lang="en-US" noProof="0" dirty="0"/>
          </a:p>
        </p:txBody>
      </p:sp>
      <p:sp>
        <p:nvSpPr>
          <p:cNvPr id="30" name="Picture Placeholder 16">
            <a:extLst>
              <a:ext uri="{FF2B5EF4-FFF2-40B4-BE49-F238E27FC236}">
                <a16:creationId xmlns:a16="http://schemas.microsoft.com/office/drawing/2014/main" id="{888F3336-3879-2849-8EC3-25A5F7AA2388}"/>
              </a:ext>
            </a:extLst>
          </p:cNvPr>
          <p:cNvSpPr>
            <a:spLocks noGrp="1"/>
          </p:cNvSpPr>
          <p:nvPr>
            <p:ph type="pic" sz="quarter" idx="17"/>
          </p:nvPr>
        </p:nvSpPr>
        <p:spPr>
          <a:xfrm>
            <a:off x="3854025" y="2483467"/>
            <a:ext cx="3182112" cy="3178506"/>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effectLst/>
              </a:defRPr>
            </a:lvl1pPr>
          </a:lstStyle>
          <a:p>
            <a:r>
              <a:rPr lang="en-US" noProof="0"/>
              <a:t>Click icon to add picture</a:t>
            </a:r>
            <a:endParaRPr lang="en-US" noProof="0" dirty="0"/>
          </a:p>
        </p:txBody>
      </p:sp>
    </p:spTree>
    <p:extLst>
      <p:ext uri="{BB962C8B-B14F-4D97-AF65-F5344CB8AC3E}">
        <p14:creationId xmlns:p14="http://schemas.microsoft.com/office/powerpoint/2010/main" val="6827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0">
              <a:schemeClr val="accent2"/>
            </a:gs>
            <a:gs pos="74000">
              <a:schemeClr val="accent6">
                <a:lumMod val="75000"/>
              </a:schemeClr>
            </a:gs>
          </a:gsLst>
          <a:lin ang="2700000" scaled="1"/>
        </a:gra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893175C0-A84C-4276-908B-7750823E494F}"/>
              </a:ext>
            </a:extLst>
          </p:cNvPr>
          <p:cNvGrpSpPr/>
          <p:nvPr userDrawn="1"/>
        </p:nvGrpSpPr>
        <p:grpSpPr>
          <a:xfrm flipV="1">
            <a:off x="334728" y="208663"/>
            <a:ext cx="11506967" cy="6383095"/>
            <a:chOff x="334728" y="208663"/>
            <a:chExt cx="11506967" cy="6383095"/>
          </a:xfrm>
        </p:grpSpPr>
        <p:pic>
          <p:nvPicPr>
            <p:cNvPr id="15" name="Graphic 14">
              <a:extLst>
                <a:ext uri="{FF2B5EF4-FFF2-40B4-BE49-F238E27FC236}">
                  <a16:creationId xmlns:a16="http://schemas.microsoft.com/office/drawing/2014/main" id="{F5311694-819D-41DE-BF3E-C1E581A84F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25842" y="345463"/>
              <a:ext cx="3540062" cy="5684400"/>
            </a:xfrm>
            <a:prstGeom prst="rect">
              <a:avLst/>
            </a:prstGeom>
          </p:spPr>
        </p:pic>
        <p:pic>
          <p:nvPicPr>
            <p:cNvPr id="16" name="Graphic 15">
              <a:extLst>
                <a:ext uri="{FF2B5EF4-FFF2-40B4-BE49-F238E27FC236}">
                  <a16:creationId xmlns:a16="http://schemas.microsoft.com/office/drawing/2014/main" id="{4DCA784C-C4B6-4718-8C3D-DE60B531EEA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312" y="234158"/>
              <a:ext cx="11395459" cy="6357600"/>
            </a:xfrm>
            <a:prstGeom prst="rect">
              <a:avLst/>
            </a:prstGeom>
          </p:spPr>
        </p:pic>
        <p:pic>
          <p:nvPicPr>
            <p:cNvPr id="17" name="Graphic 16">
              <a:extLst>
                <a:ext uri="{FF2B5EF4-FFF2-40B4-BE49-F238E27FC236}">
                  <a16:creationId xmlns:a16="http://schemas.microsoft.com/office/drawing/2014/main" id="{019488E6-1456-4BA3-8791-5137053185E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41592" y="208663"/>
              <a:ext cx="9743680" cy="5958000"/>
            </a:xfrm>
            <a:prstGeom prst="rect">
              <a:avLst/>
            </a:prstGeom>
          </p:spPr>
        </p:pic>
        <p:pic>
          <p:nvPicPr>
            <p:cNvPr id="18" name="Graphic 17">
              <a:extLst>
                <a:ext uri="{FF2B5EF4-FFF2-40B4-BE49-F238E27FC236}">
                  <a16:creationId xmlns:a16="http://schemas.microsoft.com/office/drawing/2014/main" id="{60FBDD34-9852-4770-BF5C-23F7E3D1F8A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84227" y="1672660"/>
              <a:ext cx="11087713" cy="4770000"/>
            </a:xfrm>
            <a:prstGeom prst="rect">
              <a:avLst/>
            </a:prstGeom>
          </p:spPr>
        </p:pic>
        <p:pic>
          <p:nvPicPr>
            <p:cNvPr id="19" name="Graphic 18">
              <a:extLst>
                <a:ext uri="{FF2B5EF4-FFF2-40B4-BE49-F238E27FC236}">
                  <a16:creationId xmlns:a16="http://schemas.microsoft.com/office/drawing/2014/main" id="{3222006A-F2BD-4688-94D9-13B105F6943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736338" y="312821"/>
              <a:ext cx="10105357" cy="5522400"/>
            </a:xfrm>
            <a:prstGeom prst="rect">
              <a:avLst/>
            </a:prstGeom>
          </p:spPr>
        </p:pic>
        <p:pic>
          <p:nvPicPr>
            <p:cNvPr id="20" name="Graphic 19">
              <a:extLst>
                <a:ext uri="{FF2B5EF4-FFF2-40B4-BE49-F238E27FC236}">
                  <a16:creationId xmlns:a16="http://schemas.microsoft.com/office/drawing/2014/main" id="{E35A1AB5-1CF6-4A2D-AD28-607F0664938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34728" y="312821"/>
              <a:ext cx="144000" cy="144000"/>
            </a:xfrm>
            <a:prstGeom prst="rect">
              <a:avLst/>
            </a:prstGeom>
          </p:spPr>
        </p:pic>
      </p:grpSp>
      <p:sp>
        <p:nvSpPr>
          <p:cNvPr id="3" name="Date Placeholder 2">
            <a:extLst>
              <a:ext uri="{FF2B5EF4-FFF2-40B4-BE49-F238E27FC236}">
                <a16:creationId xmlns:a16="http://schemas.microsoft.com/office/drawing/2014/main" id="{C51FD9A3-AD51-4FBE-8317-8865982AE461}"/>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4" name="Footer Placeholder 3">
            <a:extLst>
              <a:ext uri="{FF2B5EF4-FFF2-40B4-BE49-F238E27FC236}">
                <a16:creationId xmlns:a16="http://schemas.microsoft.com/office/drawing/2014/main" id="{8BC52F5E-D5D4-4EEA-9757-C45477550819}"/>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5" name="Slide Number Placeholder 4">
            <a:extLst>
              <a:ext uri="{FF2B5EF4-FFF2-40B4-BE49-F238E27FC236}">
                <a16:creationId xmlns:a16="http://schemas.microsoft.com/office/drawing/2014/main" id="{8366EF9D-E154-4CEF-A48E-9B9B1C2F07EB}"/>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Picture Placeholder 11">
            <a:extLst>
              <a:ext uri="{FF2B5EF4-FFF2-40B4-BE49-F238E27FC236}">
                <a16:creationId xmlns:a16="http://schemas.microsoft.com/office/drawing/2014/main" id="{9E7698F4-C7C5-8941-9C1A-C3F07AC59F83}"/>
              </a:ext>
            </a:extLst>
          </p:cNvPr>
          <p:cNvSpPr>
            <a:spLocks noGrp="1"/>
          </p:cNvSpPr>
          <p:nvPr>
            <p:ph type="pic" sz="quarter" idx="14"/>
          </p:nvPr>
        </p:nvSpPr>
        <p:spPr>
          <a:xfrm>
            <a:off x="682991" y="859093"/>
            <a:ext cx="5097296" cy="385439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4" name="Picture Placeholder 11">
            <a:extLst>
              <a:ext uri="{FF2B5EF4-FFF2-40B4-BE49-F238E27FC236}">
                <a16:creationId xmlns:a16="http://schemas.microsoft.com/office/drawing/2014/main" id="{59F8F906-97AF-B74A-BFDF-7EEB2B339EB7}"/>
              </a:ext>
            </a:extLst>
          </p:cNvPr>
          <p:cNvSpPr>
            <a:spLocks noGrp="1"/>
          </p:cNvSpPr>
          <p:nvPr>
            <p:ph type="pic" sz="quarter" idx="15"/>
          </p:nvPr>
        </p:nvSpPr>
        <p:spPr>
          <a:xfrm>
            <a:off x="6409944" y="859093"/>
            <a:ext cx="5093208" cy="5165815"/>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8" name="Title 12">
            <a:extLst>
              <a:ext uri="{FF2B5EF4-FFF2-40B4-BE49-F238E27FC236}">
                <a16:creationId xmlns:a16="http://schemas.microsoft.com/office/drawing/2014/main" id="{598F5B0C-28F9-674D-93EC-53F7C2A203BB}"/>
              </a:ext>
            </a:extLst>
          </p:cNvPr>
          <p:cNvSpPr>
            <a:spLocks noGrp="1"/>
          </p:cNvSpPr>
          <p:nvPr>
            <p:ph type="title" hasCustomPrompt="1"/>
          </p:nvPr>
        </p:nvSpPr>
        <p:spPr>
          <a:xfrm>
            <a:off x="542229" y="4818614"/>
            <a:ext cx="4214622" cy="1015413"/>
          </a:xfrm>
        </p:spPr>
        <p:txBody>
          <a:bodyPr>
            <a:normAutofit/>
          </a:bodyPr>
          <a:lstStyle>
            <a:lvl1pPr>
              <a:lnSpc>
                <a:spcPct val="100000"/>
              </a:lnSpc>
              <a:defRPr sz="6000" baseline="0">
                <a:solidFill>
                  <a:schemeClr val="bg1"/>
                </a:solidFill>
                <a:effectLst/>
              </a:defRPr>
            </a:lvl1pPr>
          </a:lstStyle>
          <a:p>
            <a:r>
              <a:rPr lang="en-US"/>
              <a:t>5th Month</a:t>
            </a:r>
          </a:p>
        </p:txBody>
      </p:sp>
      <p:sp>
        <p:nvSpPr>
          <p:cNvPr id="22" name="Text Placeholder 14">
            <a:extLst>
              <a:ext uri="{FF2B5EF4-FFF2-40B4-BE49-F238E27FC236}">
                <a16:creationId xmlns:a16="http://schemas.microsoft.com/office/drawing/2014/main" id="{486CB759-9A58-9648-8BC2-C8F216A8A91B}"/>
              </a:ext>
            </a:extLst>
          </p:cNvPr>
          <p:cNvSpPr>
            <a:spLocks noGrp="1"/>
          </p:cNvSpPr>
          <p:nvPr>
            <p:ph type="body" sz="quarter" idx="17" hasCustomPrompt="1"/>
          </p:nvPr>
        </p:nvSpPr>
        <p:spPr>
          <a:xfrm>
            <a:off x="537715" y="5756005"/>
            <a:ext cx="3639161" cy="581955"/>
          </a:xfrm>
        </p:spPr>
        <p:txBody>
          <a:bodyPr anchor="ctr">
            <a:noAutofit/>
          </a:bodyPr>
          <a:lstStyle>
            <a:lvl1pPr marL="0" indent="0">
              <a:lnSpc>
                <a:spcPct val="114000"/>
              </a:lnSpc>
              <a:spcBef>
                <a:spcPts val="0"/>
              </a:spcBef>
              <a:buNone/>
              <a:defRPr sz="2500" spc="50" baseline="0">
                <a:solidFill>
                  <a:schemeClr val="bg1"/>
                </a:solidFill>
                <a:effectLst/>
              </a:defRPr>
            </a:lvl1pPr>
          </a:lstStyle>
          <a:p>
            <a:pPr lvl="0"/>
            <a:r>
              <a:rPr lang="en-US" dirty="0"/>
              <a:t>Lorem Ipsum Dolor Sit</a:t>
            </a:r>
          </a:p>
        </p:txBody>
      </p:sp>
    </p:spTree>
    <p:extLst>
      <p:ext uri="{BB962C8B-B14F-4D97-AF65-F5344CB8AC3E}">
        <p14:creationId xmlns:p14="http://schemas.microsoft.com/office/powerpoint/2010/main" val="2638976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10000">
              <a:schemeClr val="accent5">
                <a:lumMod val="50000"/>
              </a:schemeClr>
            </a:gs>
            <a:gs pos="100000">
              <a:schemeClr val="accent5"/>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2251EEA-1822-4D83-8B0E-EBB8A85D3B1B}"/>
              </a:ext>
            </a:extLst>
          </p:cNvPr>
          <p:cNvGrpSpPr/>
          <p:nvPr userDrawn="1"/>
        </p:nvGrpSpPr>
        <p:grpSpPr>
          <a:xfrm flipH="1">
            <a:off x="195800" y="262780"/>
            <a:ext cx="11688810" cy="6271032"/>
            <a:chOff x="195800" y="262780"/>
            <a:chExt cx="11688810" cy="6271032"/>
          </a:xfrm>
        </p:grpSpPr>
        <p:pic>
          <p:nvPicPr>
            <p:cNvPr id="16" name="Graphic 15">
              <a:extLst>
                <a:ext uri="{FF2B5EF4-FFF2-40B4-BE49-F238E27FC236}">
                  <a16:creationId xmlns:a16="http://schemas.microsoft.com/office/drawing/2014/main" id="{216C1DC0-9093-4B37-9E1D-241A0EC4CB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3505" y="275454"/>
              <a:ext cx="11143818" cy="6213600"/>
            </a:xfrm>
            <a:prstGeom prst="rect">
              <a:avLst/>
            </a:prstGeom>
          </p:spPr>
        </p:pic>
        <p:pic>
          <p:nvPicPr>
            <p:cNvPr id="17" name="Graphic 16">
              <a:extLst>
                <a:ext uri="{FF2B5EF4-FFF2-40B4-BE49-F238E27FC236}">
                  <a16:creationId xmlns:a16="http://schemas.microsoft.com/office/drawing/2014/main" id="{FDF5BE46-EAF2-4534-9EE8-0DC3371914E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28130" y="275454"/>
              <a:ext cx="11503656" cy="5878800"/>
            </a:xfrm>
            <a:prstGeom prst="rect">
              <a:avLst/>
            </a:prstGeom>
          </p:spPr>
        </p:pic>
        <p:pic>
          <p:nvPicPr>
            <p:cNvPr id="18" name="Graphic 17">
              <a:extLst>
                <a:ext uri="{FF2B5EF4-FFF2-40B4-BE49-F238E27FC236}">
                  <a16:creationId xmlns:a16="http://schemas.microsoft.com/office/drawing/2014/main" id="{6982E5CB-8E3F-4AB8-91EF-257964EA796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95800" y="262780"/>
              <a:ext cx="11619944" cy="5454000"/>
            </a:xfrm>
            <a:prstGeom prst="rect">
              <a:avLst/>
            </a:prstGeom>
          </p:spPr>
        </p:pic>
        <p:pic>
          <p:nvPicPr>
            <p:cNvPr id="19" name="Graphic 18">
              <a:extLst>
                <a:ext uri="{FF2B5EF4-FFF2-40B4-BE49-F238E27FC236}">
                  <a16:creationId xmlns:a16="http://schemas.microsoft.com/office/drawing/2014/main" id="{B732BE1E-17BA-4178-A815-5482FC3FEB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05852" y="1544212"/>
              <a:ext cx="11020287" cy="4989600"/>
            </a:xfrm>
            <a:prstGeom prst="rect">
              <a:avLst/>
            </a:prstGeom>
          </p:spPr>
        </p:pic>
        <p:pic>
          <p:nvPicPr>
            <p:cNvPr id="20" name="Graphic 19">
              <a:extLst>
                <a:ext uri="{FF2B5EF4-FFF2-40B4-BE49-F238E27FC236}">
                  <a16:creationId xmlns:a16="http://schemas.microsoft.com/office/drawing/2014/main" id="{D53D06E0-87FE-4D02-9099-AB87DE14995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994870" y="285764"/>
              <a:ext cx="5167291" cy="669600"/>
            </a:xfrm>
            <a:prstGeom prst="rect">
              <a:avLst/>
            </a:prstGeom>
          </p:spPr>
        </p:pic>
        <p:pic>
          <p:nvPicPr>
            <p:cNvPr id="21" name="Graphic 20">
              <a:extLst>
                <a:ext uri="{FF2B5EF4-FFF2-40B4-BE49-F238E27FC236}">
                  <a16:creationId xmlns:a16="http://schemas.microsoft.com/office/drawing/2014/main" id="{527E7641-2CB5-45BF-A626-57CF7F56D10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740610" y="4804611"/>
              <a:ext cx="144000" cy="144000"/>
            </a:xfrm>
            <a:prstGeom prst="rect">
              <a:avLst/>
            </a:prstGeom>
          </p:spPr>
        </p:pic>
      </p:grpSp>
      <p:sp>
        <p:nvSpPr>
          <p:cNvPr id="2" name="Date Placeholder 1">
            <a:extLst>
              <a:ext uri="{FF2B5EF4-FFF2-40B4-BE49-F238E27FC236}">
                <a16:creationId xmlns:a16="http://schemas.microsoft.com/office/drawing/2014/main" id="{9F36AF8F-C172-448B-9151-C21EDDF1B8C3}"/>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3" name="Footer Placeholder 2">
            <a:extLst>
              <a:ext uri="{FF2B5EF4-FFF2-40B4-BE49-F238E27FC236}">
                <a16:creationId xmlns:a16="http://schemas.microsoft.com/office/drawing/2014/main" id="{4D7DEC3F-9D4F-4ED6-85DB-BD63AC4CAB84}"/>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4" name="Slide Number Placeholder 3">
            <a:extLst>
              <a:ext uri="{FF2B5EF4-FFF2-40B4-BE49-F238E27FC236}">
                <a16:creationId xmlns:a16="http://schemas.microsoft.com/office/drawing/2014/main" id="{2A1A8AFF-DA7E-41BF-AF3F-475734ECCDC3}"/>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3" name="Picture Placeholder 12">
            <a:extLst>
              <a:ext uri="{FF2B5EF4-FFF2-40B4-BE49-F238E27FC236}">
                <a16:creationId xmlns:a16="http://schemas.microsoft.com/office/drawing/2014/main" id="{D8C28059-916A-4C3E-8196-B1AF0B1B8D49}"/>
              </a:ext>
            </a:extLst>
          </p:cNvPr>
          <p:cNvSpPr>
            <a:spLocks noGrp="1"/>
          </p:cNvSpPr>
          <p:nvPr>
            <p:ph type="pic" sz="quarter" idx="14"/>
          </p:nvPr>
        </p:nvSpPr>
        <p:spPr>
          <a:xfrm>
            <a:off x="687000" y="859093"/>
            <a:ext cx="3108960" cy="3842274"/>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DEE37700-D9CB-43DD-9A10-550C46F74180}"/>
              </a:ext>
            </a:extLst>
          </p:cNvPr>
          <p:cNvSpPr>
            <a:spLocks noGrp="1"/>
          </p:cNvSpPr>
          <p:nvPr>
            <p:ph type="pic" sz="quarter" idx="17"/>
          </p:nvPr>
        </p:nvSpPr>
        <p:spPr>
          <a:xfrm>
            <a:off x="4507992" y="859093"/>
            <a:ext cx="3108960" cy="3842274"/>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516A7982-9813-45F9-A283-E904363B777D}"/>
              </a:ext>
            </a:extLst>
          </p:cNvPr>
          <p:cNvSpPr>
            <a:spLocks noGrp="1"/>
          </p:cNvSpPr>
          <p:nvPr>
            <p:ph type="pic" sz="quarter" idx="18"/>
          </p:nvPr>
        </p:nvSpPr>
        <p:spPr>
          <a:xfrm>
            <a:off x="8302752" y="859093"/>
            <a:ext cx="3108960" cy="3842274"/>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7" name="Title 12">
            <a:extLst>
              <a:ext uri="{FF2B5EF4-FFF2-40B4-BE49-F238E27FC236}">
                <a16:creationId xmlns:a16="http://schemas.microsoft.com/office/drawing/2014/main" id="{FEC987F1-63D0-334B-ACF4-751A74EFF846}"/>
              </a:ext>
            </a:extLst>
          </p:cNvPr>
          <p:cNvSpPr>
            <a:spLocks noGrp="1"/>
          </p:cNvSpPr>
          <p:nvPr>
            <p:ph type="title" hasCustomPrompt="1"/>
          </p:nvPr>
        </p:nvSpPr>
        <p:spPr>
          <a:xfrm>
            <a:off x="542229" y="4818614"/>
            <a:ext cx="4214622" cy="1015413"/>
          </a:xfrm>
        </p:spPr>
        <p:txBody>
          <a:bodyPr>
            <a:normAutofit/>
          </a:bodyPr>
          <a:lstStyle>
            <a:lvl1pPr>
              <a:lnSpc>
                <a:spcPct val="100000"/>
              </a:lnSpc>
              <a:defRPr sz="6000" baseline="0">
                <a:solidFill>
                  <a:schemeClr val="bg1"/>
                </a:solidFill>
                <a:effectLst/>
              </a:defRPr>
            </a:lvl1pPr>
          </a:lstStyle>
          <a:p>
            <a:r>
              <a:rPr lang="en-US"/>
              <a:t>6th Month</a:t>
            </a:r>
          </a:p>
        </p:txBody>
      </p:sp>
      <p:sp>
        <p:nvSpPr>
          <p:cNvPr id="28" name="Text Placeholder 14">
            <a:extLst>
              <a:ext uri="{FF2B5EF4-FFF2-40B4-BE49-F238E27FC236}">
                <a16:creationId xmlns:a16="http://schemas.microsoft.com/office/drawing/2014/main" id="{00D425B1-8CBE-CE42-84D6-F3CB18143041}"/>
              </a:ext>
            </a:extLst>
          </p:cNvPr>
          <p:cNvSpPr>
            <a:spLocks noGrp="1"/>
          </p:cNvSpPr>
          <p:nvPr>
            <p:ph type="body" sz="quarter" idx="16" hasCustomPrompt="1"/>
          </p:nvPr>
        </p:nvSpPr>
        <p:spPr>
          <a:xfrm>
            <a:off x="537715" y="5756005"/>
            <a:ext cx="3639161" cy="581955"/>
          </a:xfrm>
        </p:spPr>
        <p:txBody>
          <a:bodyPr anchor="ctr">
            <a:noAutofit/>
          </a:bodyPr>
          <a:lstStyle>
            <a:lvl1pPr marL="0" indent="0">
              <a:lnSpc>
                <a:spcPct val="114000"/>
              </a:lnSpc>
              <a:spcBef>
                <a:spcPts val="0"/>
              </a:spcBef>
              <a:buNone/>
              <a:defRPr sz="2500" spc="50" baseline="0">
                <a:solidFill>
                  <a:schemeClr val="bg1"/>
                </a:solidFill>
                <a:effectLst/>
              </a:defRPr>
            </a:lvl1pPr>
          </a:lstStyle>
          <a:p>
            <a:pPr lvl="0"/>
            <a:r>
              <a:rPr lang="en-US"/>
              <a:t>Lorem Ipsum Dolor Sit</a:t>
            </a:r>
          </a:p>
        </p:txBody>
      </p:sp>
    </p:spTree>
    <p:extLst>
      <p:ext uri="{BB962C8B-B14F-4D97-AF65-F5344CB8AC3E}">
        <p14:creationId xmlns:p14="http://schemas.microsoft.com/office/powerpoint/2010/main" val="234539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gradFill>
          <a:gsLst>
            <a:gs pos="81000">
              <a:schemeClr val="accent3"/>
            </a:gs>
            <a:gs pos="0">
              <a:schemeClr val="accent5"/>
            </a:gs>
          </a:gsLst>
          <a:lin ang="2700000" scaled="1"/>
        </a:gra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5A1212F-D29F-47E1-AC08-38779C5926FE}"/>
              </a:ext>
            </a:extLst>
          </p:cNvPr>
          <p:cNvGrpSpPr/>
          <p:nvPr userDrawn="1"/>
        </p:nvGrpSpPr>
        <p:grpSpPr>
          <a:xfrm>
            <a:off x="278746" y="254921"/>
            <a:ext cx="11549647" cy="6203781"/>
            <a:chOff x="278746" y="254921"/>
            <a:chExt cx="11549647" cy="6203781"/>
          </a:xfrm>
        </p:grpSpPr>
        <p:pic>
          <p:nvPicPr>
            <p:cNvPr id="17" name="Graphic 16">
              <a:extLst>
                <a:ext uri="{FF2B5EF4-FFF2-40B4-BE49-F238E27FC236}">
                  <a16:creationId xmlns:a16="http://schemas.microsoft.com/office/drawing/2014/main" id="{B696145E-9F3D-4A36-B907-928E8A7FEA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5776" y="254921"/>
              <a:ext cx="11440448" cy="6094800"/>
            </a:xfrm>
            <a:prstGeom prst="rect">
              <a:avLst/>
            </a:prstGeom>
          </p:spPr>
        </p:pic>
        <p:pic>
          <p:nvPicPr>
            <p:cNvPr id="18" name="Graphic 17">
              <a:extLst>
                <a:ext uri="{FF2B5EF4-FFF2-40B4-BE49-F238E27FC236}">
                  <a16:creationId xmlns:a16="http://schemas.microsoft.com/office/drawing/2014/main" id="{C86EBA36-FD5B-4ADE-B84A-47B89A1CCD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72219" y="273902"/>
              <a:ext cx="11036122" cy="6184800"/>
            </a:xfrm>
            <a:prstGeom prst="rect">
              <a:avLst/>
            </a:prstGeom>
          </p:spPr>
        </p:pic>
        <p:pic>
          <p:nvPicPr>
            <p:cNvPr id="19" name="Graphic 18">
              <a:extLst>
                <a:ext uri="{FF2B5EF4-FFF2-40B4-BE49-F238E27FC236}">
                  <a16:creationId xmlns:a16="http://schemas.microsoft.com/office/drawing/2014/main" id="{E0D0658C-80CC-4D8B-8DD7-0F2F509E633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78746" y="914776"/>
              <a:ext cx="11549647" cy="5400000"/>
            </a:xfrm>
            <a:prstGeom prst="rect">
              <a:avLst/>
            </a:prstGeom>
          </p:spPr>
        </p:pic>
        <p:pic>
          <p:nvPicPr>
            <p:cNvPr id="20" name="Graphic 19">
              <a:extLst>
                <a:ext uri="{FF2B5EF4-FFF2-40B4-BE49-F238E27FC236}">
                  <a16:creationId xmlns:a16="http://schemas.microsoft.com/office/drawing/2014/main" id="{78E461E5-5712-4D60-9F36-37F33F9BE13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58973" y="991135"/>
              <a:ext cx="11065802" cy="4586400"/>
            </a:xfrm>
            <a:prstGeom prst="rect">
              <a:avLst/>
            </a:prstGeom>
          </p:spPr>
        </p:pic>
        <p:pic>
          <p:nvPicPr>
            <p:cNvPr id="21" name="Graphic 20">
              <a:extLst>
                <a:ext uri="{FF2B5EF4-FFF2-40B4-BE49-F238E27FC236}">
                  <a16:creationId xmlns:a16="http://schemas.microsoft.com/office/drawing/2014/main" id="{9E2F6079-586C-4EBF-AFB8-6A8FFE3779C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021485" y="5694932"/>
              <a:ext cx="5167291" cy="669600"/>
            </a:xfrm>
            <a:prstGeom prst="rect">
              <a:avLst/>
            </a:prstGeom>
          </p:spPr>
        </p:pic>
        <p:pic>
          <p:nvPicPr>
            <p:cNvPr id="22" name="Graphic 21">
              <a:extLst>
                <a:ext uri="{FF2B5EF4-FFF2-40B4-BE49-F238E27FC236}">
                  <a16:creationId xmlns:a16="http://schemas.microsoft.com/office/drawing/2014/main" id="{6FE268AA-D98F-49E9-9B5F-B0E841D601D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594150" y="2028858"/>
              <a:ext cx="144000" cy="144000"/>
            </a:xfrm>
            <a:prstGeom prst="rect">
              <a:avLst/>
            </a:prstGeom>
          </p:spPr>
        </p:pic>
      </p:grpSp>
      <p:sp>
        <p:nvSpPr>
          <p:cNvPr id="5" name="Date Placeholder 4">
            <a:extLst>
              <a:ext uri="{FF2B5EF4-FFF2-40B4-BE49-F238E27FC236}">
                <a16:creationId xmlns:a16="http://schemas.microsoft.com/office/drawing/2014/main" id="{D64A3289-F71D-40BC-9CB1-DB0FFDCA0670}"/>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6" name="Footer Placeholder 5">
            <a:extLst>
              <a:ext uri="{FF2B5EF4-FFF2-40B4-BE49-F238E27FC236}">
                <a16:creationId xmlns:a16="http://schemas.microsoft.com/office/drawing/2014/main" id="{451EFC2B-A599-4AAD-8B2B-03BF10474588}"/>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7" name="Slide Number Placeholder 6">
            <a:extLst>
              <a:ext uri="{FF2B5EF4-FFF2-40B4-BE49-F238E27FC236}">
                <a16:creationId xmlns:a16="http://schemas.microsoft.com/office/drawing/2014/main" id="{137CB4AD-5B6B-4B9B-8013-DF6602D06AE9}"/>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Picture Placeholder 9">
            <a:extLst>
              <a:ext uri="{FF2B5EF4-FFF2-40B4-BE49-F238E27FC236}">
                <a16:creationId xmlns:a16="http://schemas.microsoft.com/office/drawing/2014/main" id="{4A18CF9E-D8B3-4061-A8D5-E2A4DB614806}"/>
              </a:ext>
            </a:extLst>
          </p:cNvPr>
          <p:cNvSpPr>
            <a:spLocks noGrp="1" noChangeAspect="1"/>
          </p:cNvSpPr>
          <p:nvPr>
            <p:ph type="pic" sz="quarter" idx="15"/>
          </p:nvPr>
        </p:nvSpPr>
        <p:spPr>
          <a:xfrm>
            <a:off x="687001" y="914776"/>
            <a:ext cx="6332792" cy="4474868"/>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0FE86822-17BC-4CC5-8BAC-60FABCB479B1}"/>
              </a:ext>
            </a:extLst>
          </p:cNvPr>
          <p:cNvSpPr>
            <a:spLocks noGrp="1" noChangeAspect="1"/>
          </p:cNvSpPr>
          <p:nvPr>
            <p:ph type="pic" sz="quarter" idx="16"/>
          </p:nvPr>
        </p:nvSpPr>
        <p:spPr>
          <a:xfrm>
            <a:off x="7944395" y="865722"/>
            <a:ext cx="3552446" cy="3671014"/>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8E2CB25C-3D41-473A-85EA-0364315E9018}"/>
              </a:ext>
            </a:extLst>
          </p:cNvPr>
          <p:cNvSpPr>
            <a:spLocks noGrp="1"/>
          </p:cNvSpPr>
          <p:nvPr>
            <p:ph type="pic" sz="quarter" idx="17"/>
          </p:nvPr>
        </p:nvSpPr>
        <p:spPr>
          <a:xfrm>
            <a:off x="7621506" y="3247644"/>
            <a:ext cx="2139696" cy="2142000"/>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4" name="Title 1">
            <a:extLst>
              <a:ext uri="{FF2B5EF4-FFF2-40B4-BE49-F238E27FC236}">
                <a16:creationId xmlns:a16="http://schemas.microsoft.com/office/drawing/2014/main" id="{1B7311EA-D7F5-F647-99F5-FA9CA77FF705}"/>
              </a:ext>
            </a:extLst>
          </p:cNvPr>
          <p:cNvSpPr>
            <a:spLocks noGrp="1"/>
          </p:cNvSpPr>
          <p:nvPr>
            <p:ph type="title" hasCustomPrompt="1"/>
          </p:nvPr>
        </p:nvSpPr>
        <p:spPr>
          <a:xfrm>
            <a:off x="548271" y="5316319"/>
            <a:ext cx="4679617" cy="1325563"/>
          </a:xfrm>
        </p:spPr>
        <p:txBody>
          <a:bodyPr/>
          <a:lstStyle>
            <a:lvl1pPr algn="l">
              <a:defRPr baseline="0">
                <a:solidFill>
                  <a:schemeClr val="bg1"/>
                </a:solidFill>
                <a:effectLst/>
              </a:defRPr>
            </a:lvl1pPr>
          </a:lstStyle>
          <a:p>
            <a:r>
              <a:rPr lang="en-US"/>
              <a:t>7th Month</a:t>
            </a:r>
          </a:p>
        </p:txBody>
      </p:sp>
      <p:sp>
        <p:nvSpPr>
          <p:cNvPr id="28" name="Text Placeholder 14">
            <a:extLst>
              <a:ext uri="{FF2B5EF4-FFF2-40B4-BE49-F238E27FC236}">
                <a16:creationId xmlns:a16="http://schemas.microsoft.com/office/drawing/2014/main" id="{B8C4E3FC-6087-9740-846E-8DD54C3285F7}"/>
              </a:ext>
            </a:extLst>
          </p:cNvPr>
          <p:cNvSpPr>
            <a:spLocks noGrp="1"/>
          </p:cNvSpPr>
          <p:nvPr>
            <p:ph type="body" sz="quarter" idx="18" hasCustomPrompt="1"/>
          </p:nvPr>
        </p:nvSpPr>
        <p:spPr>
          <a:xfrm>
            <a:off x="7357802" y="5524973"/>
            <a:ext cx="4114800" cy="1019249"/>
          </a:xfrm>
        </p:spPr>
        <p:txBody>
          <a:bodyPr anchor="ctr">
            <a:normAutofit/>
          </a:bodyPr>
          <a:lstStyle>
            <a:lvl1pPr marL="0" indent="0" algn="r">
              <a:lnSpc>
                <a:spcPct val="114000"/>
              </a:lnSpc>
              <a:spcBef>
                <a:spcPts val="0"/>
              </a:spcBef>
              <a:buNone/>
              <a:defRPr sz="2500" spc="50" baseline="0">
                <a:solidFill>
                  <a:schemeClr val="bg1"/>
                </a:solidFill>
                <a:effectLst/>
              </a:defRPr>
            </a:lvl1pPr>
          </a:lstStyle>
          <a:p>
            <a:pPr lvl="0"/>
            <a:r>
              <a:rPr lang="en-US"/>
              <a:t>Lorem Ipsum Dolor Sit</a:t>
            </a:r>
          </a:p>
        </p:txBody>
      </p:sp>
    </p:spTree>
    <p:extLst>
      <p:ext uri="{BB962C8B-B14F-4D97-AF65-F5344CB8AC3E}">
        <p14:creationId xmlns:p14="http://schemas.microsoft.com/office/powerpoint/2010/main" val="3297383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gradFill>
          <a:gsLst>
            <a:gs pos="31000">
              <a:schemeClr val="accent1"/>
            </a:gs>
            <a:gs pos="100000">
              <a:schemeClr val="accent2"/>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85E5663B-D99F-4444-B2F7-9C6FCC737BDA}"/>
              </a:ext>
            </a:extLst>
          </p:cNvPr>
          <p:cNvGrpSpPr/>
          <p:nvPr userDrawn="1"/>
        </p:nvGrpSpPr>
        <p:grpSpPr>
          <a:xfrm flipV="1">
            <a:off x="256474" y="261493"/>
            <a:ext cx="11727288" cy="6271970"/>
            <a:chOff x="256474" y="261493"/>
            <a:chExt cx="11727288" cy="6271970"/>
          </a:xfrm>
          <a:solidFill>
            <a:schemeClr val="bg1">
              <a:alpha val="15011"/>
            </a:schemeClr>
          </a:solidFill>
        </p:grpSpPr>
        <p:pic>
          <p:nvPicPr>
            <p:cNvPr id="16" name="Graphic 15">
              <a:extLst>
                <a:ext uri="{FF2B5EF4-FFF2-40B4-BE49-F238E27FC236}">
                  <a16:creationId xmlns:a16="http://schemas.microsoft.com/office/drawing/2014/main" id="{C383FAD6-A9C4-4E14-A66D-4A75FAF31A0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1006" y="327108"/>
              <a:ext cx="11525819" cy="6163200"/>
            </a:xfrm>
            <a:prstGeom prst="rect">
              <a:avLst/>
            </a:prstGeom>
          </p:spPr>
        </p:pic>
        <p:pic>
          <p:nvPicPr>
            <p:cNvPr id="17" name="Graphic 16">
              <a:extLst>
                <a:ext uri="{FF2B5EF4-FFF2-40B4-BE49-F238E27FC236}">
                  <a16:creationId xmlns:a16="http://schemas.microsoft.com/office/drawing/2014/main" id="{4DEC9058-4C69-4AB1-9714-CB2437C30D9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1217" y="367692"/>
              <a:ext cx="11602545" cy="5922000"/>
            </a:xfrm>
            <a:prstGeom prst="rect">
              <a:avLst/>
            </a:prstGeom>
          </p:spPr>
        </p:pic>
        <p:pic>
          <p:nvPicPr>
            <p:cNvPr id="18" name="Graphic 17">
              <a:extLst>
                <a:ext uri="{FF2B5EF4-FFF2-40B4-BE49-F238E27FC236}">
                  <a16:creationId xmlns:a16="http://schemas.microsoft.com/office/drawing/2014/main" id="{77E5211C-EC13-41AF-A772-CE608347373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56474" y="326501"/>
              <a:ext cx="11504110" cy="5529600"/>
            </a:xfrm>
            <a:prstGeom prst="rect">
              <a:avLst/>
            </a:prstGeom>
          </p:spPr>
        </p:pic>
        <p:pic>
          <p:nvPicPr>
            <p:cNvPr id="19" name="Graphic 18">
              <a:extLst>
                <a:ext uri="{FF2B5EF4-FFF2-40B4-BE49-F238E27FC236}">
                  <a16:creationId xmlns:a16="http://schemas.microsoft.com/office/drawing/2014/main" id="{D7C3A89D-A737-49F3-A921-7D3CDE56B6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76793" y="1720263"/>
              <a:ext cx="11061470" cy="4813200"/>
            </a:xfrm>
            <a:prstGeom prst="rect">
              <a:avLst/>
            </a:prstGeom>
          </p:spPr>
        </p:pic>
        <p:pic>
          <p:nvPicPr>
            <p:cNvPr id="20" name="Graphic 19">
              <a:extLst>
                <a:ext uri="{FF2B5EF4-FFF2-40B4-BE49-F238E27FC236}">
                  <a16:creationId xmlns:a16="http://schemas.microsoft.com/office/drawing/2014/main" id="{66A6FE50-4B6B-49D3-9463-BB845FC9BCD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960403" y="261493"/>
              <a:ext cx="5401846" cy="504000"/>
            </a:xfrm>
            <a:prstGeom prst="rect">
              <a:avLst/>
            </a:prstGeom>
          </p:spPr>
        </p:pic>
        <p:pic>
          <p:nvPicPr>
            <p:cNvPr id="21" name="Graphic 20">
              <a:extLst>
                <a:ext uri="{FF2B5EF4-FFF2-40B4-BE49-F238E27FC236}">
                  <a16:creationId xmlns:a16="http://schemas.microsoft.com/office/drawing/2014/main" id="{4C1FADB1-3785-4E54-BD91-963A06FA75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689293" y="4852484"/>
              <a:ext cx="144000" cy="144000"/>
            </a:xfrm>
            <a:prstGeom prst="rect">
              <a:avLst/>
            </a:prstGeom>
          </p:spPr>
        </p:pic>
      </p:grpSp>
      <p:sp>
        <p:nvSpPr>
          <p:cNvPr id="14" name="Picture Placeholder 13">
            <a:extLst>
              <a:ext uri="{FF2B5EF4-FFF2-40B4-BE49-F238E27FC236}">
                <a16:creationId xmlns:a16="http://schemas.microsoft.com/office/drawing/2014/main" id="{53735EAC-5ED9-4F62-ABD1-5E26429119A2}"/>
              </a:ext>
            </a:extLst>
          </p:cNvPr>
          <p:cNvSpPr>
            <a:spLocks noGrp="1"/>
          </p:cNvSpPr>
          <p:nvPr>
            <p:ph type="pic" idx="1"/>
          </p:nvPr>
        </p:nvSpPr>
        <p:spPr>
          <a:xfrm>
            <a:off x="680158" y="859093"/>
            <a:ext cx="2934001" cy="4220721"/>
          </a:xfrm>
          <a:prstGeom prst="rect">
            <a:avLst/>
          </a:prstGeom>
          <a:noFill/>
          <a:ln w="63500">
            <a:solidFill>
              <a:schemeClr val="bg1"/>
            </a:solidFill>
          </a:ln>
          <a:effectLst/>
        </p:spPr>
        <p:txBody>
          <a:bodyPr wrap="square" anchor="ctr" anchorCtr="0">
            <a:noAutofit/>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806957C-CC9E-42D1-B1F4-A767BB71556C}"/>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6" name="Footer Placeholder 5">
            <a:extLst>
              <a:ext uri="{FF2B5EF4-FFF2-40B4-BE49-F238E27FC236}">
                <a16:creationId xmlns:a16="http://schemas.microsoft.com/office/drawing/2014/main" id="{15FEDB01-6A45-415F-BB57-B2FF146E4E55}"/>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7" name="Slide Number Placeholder 6">
            <a:extLst>
              <a:ext uri="{FF2B5EF4-FFF2-40B4-BE49-F238E27FC236}">
                <a16:creationId xmlns:a16="http://schemas.microsoft.com/office/drawing/2014/main" id="{346971EA-4F70-4B6F-B95B-47DFDA4DCC30}"/>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Picture Placeholder 9">
            <a:extLst>
              <a:ext uri="{FF2B5EF4-FFF2-40B4-BE49-F238E27FC236}">
                <a16:creationId xmlns:a16="http://schemas.microsoft.com/office/drawing/2014/main" id="{FF937B18-1EFB-4925-8BA6-8AEFE9AD79F5}"/>
              </a:ext>
            </a:extLst>
          </p:cNvPr>
          <p:cNvSpPr>
            <a:spLocks noGrp="1"/>
          </p:cNvSpPr>
          <p:nvPr>
            <p:ph type="pic" sz="quarter" idx="16"/>
          </p:nvPr>
        </p:nvSpPr>
        <p:spPr>
          <a:xfrm>
            <a:off x="4251960" y="859093"/>
            <a:ext cx="3675888" cy="1843105"/>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F16C792A-311E-49C1-B927-5188236386DD}"/>
              </a:ext>
            </a:extLst>
          </p:cNvPr>
          <p:cNvSpPr>
            <a:spLocks noGrp="1"/>
          </p:cNvSpPr>
          <p:nvPr>
            <p:ph type="pic" sz="quarter" idx="17"/>
          </p:nvPr>
        </p:nvSpPr>
        <p:spPr>
          <a:xfrm>
            <a:off x="4251960" y="3230690"/>
            <a:ext cx="3675888" cy="1843105"/>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F3DB4BC6-5388-43E4-AA70-807AFBC6D8D9}"/>
              </a:ext>
            </a:extLst>
          </p:cNvPr>
          <p:cNvSpPr>
            <a:spLocks noGrp="1"/>
          </p:cNvSpPr>
          <p:nvPr>
            <p:ph type="pic" idx="18"/>
          </p:nvPr>
        </p:nvSpPr>
        <p:spPr>
          <a:xfrm>
            <a:off x="8577072" y="859093"/>
            <a:ext cx="2931633" cy="4220721"/>
          </a:xfrm>
          <a:prstGeom prst="rect">
            <a:avLst/>
          </a:prstGeom>
          <a:noFill/>
          <a:ln w="63500">
            <a:solidFill>
              <a:schemeClr val="bg1"/>
            </a:solidFill>
          </a:ln>
          <a:effectLst/>
        </p:spPr>
        <p:txBody>
          <a:bodyPr wrap="square" anchor="ctr" anchorCtr="0">
            <a:noAutofit/>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0" name="Text Placeholder 14">
            <a:extLst>
              <a:ext uri="{FF2B5EF4-FFF2-40B4-BE49-F238E27FC236}">
                <a16:creationId xmlns:a16="http://schemas.microsoft.com/office/drawing/2014/main" id="{2C4E347F-7143-2046-BFFF-4D08F49CEF6F}"/>
              </a:ext>
            </a:extLst>
          </p:cNvPr>
          <p:cNvSpPr>
            <a:spLocks noGrp="1"/>
          </p:cNvSpPr>
          <p:nvPr>
            <p:ph type="body" sz="quarter" idx="19" hasCustomPrompt="1"/>
          </p:nvPr>
        </p:nvSpPr>
        <p:spPr>
          <a:xfrm>
            <a:off x="8590834" y="5577840"/>
            <a:ext cx="2881767" cy="1019249"/>
          </a:xfrm>
        </p:spPr>
        <p:txBody>
          <a:bodyPr anchor="ctr">
            <a:normAutofit/>
          </a:bodyPr>
          <a:lstStyle>
            <a:lvl1pPr marL="0" indent="0" algn="r">
              <a:lnSpc>
                <a:spcPct val="114000"/>
              </a:lnSpc>
              <a:spcBef>
                <a:spcPts val="0"/>
              </a:spcBef>
              <a:buNone/>
              <a:defRPr sz="2500" spc="50" baseline="0">
                <a:solidFill>
                  <a:schemeClr val="bg1"/>
                </a:solidFill>
                <a:effectLst/>
              </a:defRPr>
            </a:lvl1pPr>
          </a:lstStyle>
          <a:p>
            <a:pPr lvl="0"/>
            <a:r>
              <a:rPr lang="en-US"/>
              <a:t>Lorem Ipsum Dolor Sit</a:t>
            </a:r>
          </a:p>
        </p:txBody>
      </p:sp>
      <p:sp>
        <p:nvSpPr>
          <p:cNvPr id="31" name="Title 1">
            <a:extLst>
              <a:ext uri="{FF2B5EF4-FFF2-40B4-BE49-F238E27FC236}">
                <a16:creationId xmlns:a16="http://schemas.microsoft.com/office/drawing/2014/main" id="{31983C5F-E737-8446-9BCA-4C30109E50FA}"/>
              </a:ext>
            </a:extLst>
          </p:cNvPr>
          <p:cNvSpPr>
            <a:spLocks noGrp="1"/>
          </p:cNvSpPr>
          <p:nvPr>
            <p:ph type="title" hasCustomPrompt="1"/>
          </p:nvPr>
        </p:nvSpPr>
        <p:spPr>
          <a:xfrm>
            <a:off x="548271" y="5316319"/>
            <a:ext cx="4679617" cy="1325563"/>
          </a:xfrm>
        </p:spPr>
        <p:txBody>
          <a:bodyPr/>
          <a:lstStyle>
            <a:lvl1pPr algn="l">
              <a:defRPr baseline="0">
                <a:solidFill>
                  <a:schemeClr val="bg1"/>
                </a:solidFill>
                <a:effectLst/>
              </a:defRPr>
            </a:lvl1pPr>
          </a:lstStyle>
          <a:p>
            <a:r>
              <a:rPr lang="en-US"/>
              <a:t>11th Month</a:t>
            </a:r>
          </a:p>
        </p:txBody>
      </p:sp>
    </p:spTree>
    <p:extLst>
      <p:ext uri="{BB962C8B-B14F-4D97-AF65-F5344CB8AC3E}">
        <p14:creationId xmlns:p14="http://schemas.microsoft.com/office/powerpoint/2010/main" val="2084891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bg>
      <p:bgPr>
        <a:gradFill>
          <a:gsLst>
            <a:gs pos="0">
              <a:schemeClr val="accent2"/>
            </a:gs>
            <a:gs pos="65000">
              <a:schemeClr val="accent3"/>
            </a:gs>
          </a:gsLst>
          <a:lin ang="2700000" scaled="1"/>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4E59AD50-85A1-4E8E-A10E-7C8B27A040B5}"/>
              </a:ext>
            </a:extLst>
          </p:cNvPr>
          <p:cNvGrpSpPr/>
          <p:nvPr userDrawn="1"/>
        </p:nvGrpSpPr>
        <p:grpSpPr>
          <a:xfrm>
            <a:off x="265200" y="211797"/>
            <a:ext cx="11597599" cy="6236982"/>
            <a:chOff x="265200" y="211797"/>
            <a:chExt cx="11597599" cy="6236982"/>
          </a:xfrm>
        </p:grpSpPr>
        <p:pic>
          <p:nvPicPr>
            <p:cNvPr id="16" name="Graphic 15">
              <a:extLst>
                <a:ext uri="{FF2B5EF4-FFF2-40B4-BE49-F238E27FC236}">
                  <a16:creationId xmlns:a16="http://schemas.microsoft.com/office/drawing/2014/main" id="{1FE3352A-FE5E-4BA4-A20A-27B2B714666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5727" y="211797"/>
              <a:ext cx="11420546" cy="5443200"/>
            </a:xfrm>
            <a:prstGeom prst="rect">
              <a:avLst/>
            </a:prstGeom>
          </p:spPr>
        </p:pic>
        <p:pic>
          <p:nvPicPr>
            <p:cNvPr id="17" name="Graphic 16">
              <a:extLst>
                <a:ext uri="{FF2B5EF4-FFF2-40B4-BE49-F238E27FC236}">
                  <a16:creationId xmlns:a16="http://schemas.microsoft.com/office/drawing/2014/main" id="{09A97BF7-6982-4EAE-8CCF-71628CA4407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5200" y="1077579"/>
              <a:ext cx="9472613" cy="5371200"/>
            </a:xfrm>
            <a:prstGeom prst="rect">
              <a:avLst/>
            </a:prstGeom>
          </p:spPr>
        </p:pic>
        <p:pic>
          <p:nvPicPr>
            <p:cNvPr id="18" name="Graphic 17">
              <a:extLst>
                <a:ext uri="{FF2B5EF4-FFF2-40B4-BE49-F238E27FC236}">
                  <a16:creationId xmlns:a16="http://schemas.microsoft.com/office/drawing/2014/main" id="{86A70699-8AE0-487A-87E6-9AF39A5E9C2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696497" y="360274"/>
              <a:ext cx="9888200" cy="5623200"/>
            </a:xfrm>
            <a:prstGeom prst="rect">
              <a:avLst/>
            </a:prstGeom>
          </p:spPr>
        </p:pic>
        <p:pic>
          <p:nvPicPr>
            <p:cNvPr id="19" name="Graphic 18">
              <a:extLst>
                <a:ext uri="{FF2B5EF4-FFF2-40B4-BE49-F238E27FC236}">
                  <a16:creationId xmlns:a16="http://schemas.microsoft.com/office/drawing/2014/main" id="{1CDF05D3-995B-4D06-8B84-2B5728A0C15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76728" y="430474"/>
              <a:ext cx="10190647" cy="4078800"/>
            </a:xfrm>
            <a:prstGeom prst="rect">
              <a:avLst/>
            </a:prstGeom>
          </p:spPr>
        </p:pic>
        <p:pic>
          <p:nvPicPr>
            <p:cNvPr id="20" name="Graphic 19">
              <a:extLst>
                <a:ext uri="{FF2B5EF4-FFF2-40B4-BE49-F238E27FC236}">
                  <a16:creationId xmlns:a16="http://schemas.microsoft.com/office/drawing/2014/main" id="{A50EF869-DF4B-4E8F-AA4C-07413EE3BE5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05627" y="300531"/>
              <a:ext cx="11457172" cy="5976000"/>
            </a:xfrm>
            <a:prstGeom prst="rect">
              <a:avLst/>
            </a:prstGeom>
          </p:spPr>
        </p:pic>
        <p:pic>
          <p:nvPicPr>
            <p:cNvPr id="21" name="Graphic 20">
              <a:extLst>
                <a:ext uri="{FF2B5EF4-FFF2-40B4-BE49-F238E27FC236}">
                  <a16:creationId xmlns:a16="http://schemas.microsoft.com/office/drawing/2014/main" id="{A62C5550-C7B4-478D-A50A-E674A1CEFFF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5891718" y="6238464"/>
              <a:ext cx="108000" cy="108000"/>
            </a:xfrm>
            <a:prstGeom prst="rect">
              <a:avLst/>
            </a:prstGeom>
          </p:spPr>
        </p:pic>
      </p:grpSp>
      <p:sp>
        <p:nvSpPr>
          <p:cNvPr id="2" name="Title 1">
            <a:extLst>
              <a:ext uri="{FF2B5EF4-FFF2-40B4-BE49-F238E27FC236}">
                <a16:creationId xmlns:a16="http://schemas.microsoft.com/office/drawing/2014/main" id="{56569200-4B56-44C7-BE76-EE495EF22819}"/>
              </a:ext>
            </a:extLst>
          </p:cNvPr>
          <p:cNvSpPr>
            <a:spLocks noGrp="1"/>
          </p:cNvSpPr>
          <p:nvPr>
            <p:ph type="title" hasCustomPrompt="1"/>
          </p:nvPr>
        </p:nvSpPr>
        <p:spPr>
          <a:xfrm>
            <a:off x="6210256" y="4974336"/>
            <a:ext cx="4285247" cy="790728"/>
          </a:xfrm>
        </p:spPr>
        <p:txBody>
          <a:bodyPr/>
          <a:lstStyle>
            <a:lvl1pPr>
              <a:defRPr baseline="0">
                <a:solidFill>
                  <a:schemeClr val="bg1"/>
                </a:solidFill>
                <a:effectLst/>
              </a:defRPr>
            </a:lvl1pPr>
          </a:lstStyle>
          <a:p>
            <a:r>
              <a:rPr lang="en-US" dirty="0"/>
              <a:t>9th Month</a:t>
            </a:r>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10" name="Picture Placeholder 11">
            <a:extLst>
              <a:ext uri="{FF2B5EF4-FFF2-40B4-BE49-F238E27FC236}">
                <a16:creationId xmlns:a16="http://schemas.microsoft.com/office/drawing/2014/main" id="{F4D93180-0DB3-4C63-9065-5D7EF7C2495C}"/>
              </a:ext>
            </a:extLst>
          </p:cNvPr>
          <p:cNvSpPr>
            <a:spLocks noGrp="1"/>
          </p:cNvSpPr>
          <p:nvPr>
            <p:ph type="pic" sz="quarter" idx="14"/>
          </p:nvPr>
        </p:nvSpPr>
        <p:spPr>
          <a:xfrm>
            <a:off x="731710" y="859092"/>
            <a:ext cx="4983480" cy="5247361"/>
          </a:xfrm>
          <a:prstGeom prst="rect">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0DE03040-C85E-413F-803E-FC80926C6869}"/>
              </a:ext>
            </a:extLst>
          </p:cNvPr>
          <p:cNvSpPr>
            <a:spLocks noGrp="1"/>
          </p:cNvSpPr>
          <p:nvPr>
            <p:ph type="pic" sz="quarter" idx="15"/>
          </p:nvPr>
        </p:nvSpPr>
        <p:spPr>
          <a:xfrm>
            <a:off x="6400800" y="859092"/>
            <a:ext cx="3199530" cy="2949771"/>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FB9E9B6C-16CF-461D-8A49-226A49287927}"/>
              </a:ext>
            </a:extLst>
          </p:cNvPr>
          <p:cNvSpPr>
            <a:spLocks noGrp="1"/>
          </p:cNvSpPr>
          <p:nvPr>
            <p:ph type="pic" sz="quarter" idx="16"/>
          </p:nvPr>
        </p:nvSpPr>
        <p:spPr>
          <a:xfrm>
            <a:off x="9151009" y="2011680"/>
            <a:ext cx="2358001" cy="2379600"/>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3" name="Text Placeholder 14">
            <a:extLst>
              <a:ext uri="{FF2B5EF4-FFF2-40B4-BE49-F238E27FC236}">
                <a16:creationId xmlns:a16="http://schemas.microsoft.com/office/drawing/2014/main" id="{C07E3FCF-AC8E-42D0-A379-0358791AF72D}"/>
              </a:ext>
            </a:extLst>
          </p:cNvPr>
          <p:cNvSpPr>
            <a:spLocks noGrp="1"/>
          </p:cNvSpPr>
          <p:nvPr>
            <p:ph type="body" sz="quarter" idx="19" hasCustomPrompt="1"/>
          </p:nvPr>
        </p:nvSpPr>
        <p:spPr>
          <a:xfrm>
            <a:off x="6210255" y="5806439"/>
            <a:ext cx="4285247" cy="777240"/>
          </a:xfrm>
        </p:spPr>
        <p:txBody>
          <a:bodyPr>
            <a:normAutofit/>
          </a:bodyPr>
          <a:lstStyle>
            <a:lvl1pPr marL="0" indent="0" algn="l">
              <a:lnSpc>
                <a:spcPct val="114000"/>
              </a:lnSpc>
              <a:spcBef>
                <a:spcPts val="0"/>
              </a:spcBef>
              <a:buNone/>
              <a:defRPr sz="2500" spc="50" baseline="0">
                <a:solidFill>
                  <a:schemeClr val="bg1"/>
                </a:solidFill>
                <a:effectLst/>
              </a:defRPr>
            </a:lvl1pPr>
          </a:lstStyle>
          <a:p>
            <a:pPr lvl="0"/>
            <a:r>
              <a:rPr lang="en-US" dirty="0"/>
              <a:t>Lorem Ipsum Dolor Sit</a:t>
            </a:r>
          </a:p>
        </p:txBody>
      </p:sp>
    </p:spTree>
    <p:extLst>
      <p:ext uri="{BB962C8B-B14F-4D97-AF65-F5344CB8AC3E}">
        <p14:creationId xmlns:p14="http://schemas.microsoft.com/office/powerpoint/2010/main" val="2209604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gradFill>
          <a:gsLst>
            <a:gs pos="17000">
              <a:schemeClr val="accent1"/>
            </a:gs>
            <a:gs pos="100000">
              <a:schemeClr val="accent6"/>
            </a:gs>
          </a:gsLst>
          <a:lin ang="2700000" scaled="1"/>
        </a:gra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89C1D535-15FE-4AE9-BB66-5361D692D4DC}"/>
              </a:ext>
            </a:extLst>
          </p:cNvPr>
          <p:cNvGrpSpPr/>
          <p:nvPr userDrawn="1"/>
        </p:nvGrpSpPr>
        <p:grpSpPr>
          <a:xfrm>
            <a:off x="229449" y="233862"/>
            <a:ext cx="11709704" cy="6322883"/>
            <a:chOff x="229449" y="233862"/>
            <a:chExt cx="11709704" cy="6322883"/>
          </a:xfrm>
        </p:grpSpPr>
        <p:pic>
          <p:nvPicPr>
            <p:cNvPr id="12" name="Graphic 11">
              <a:extLst>
                <a:ext uri="{FF2B5EF4-FFF2-40B4-BE49-F238E27FC236}">
                  <a16:creationId xmlns:a16="http://schemas.microsoft.com/office/drawing/2014/main" id="{6B275128-7496-498E-96B3-4133B3A6E9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5193" y="233862"/>
              <a:ext cx="11421613" cy="3574800"/>
            </a:xfrm>
            <a:prstGeom prst="rect">
              <a:avLst/>
            </a:prstGeom>
          </p:spPr>
        </p:pic>
        <p:pic>
          <p:nvPicPr>
            <p:cNvPr id="13" name="Graphic 12">
              <a:extLst>
                <a:ext uri="{FF2B5EF4-FFF2-40B4-BE49-F238E27FC236}">
                  <a16:creationId xmlns:a16="http://schemas.microsoft.com/office/drawing/2014/main" id="{C4170EEB-423D-4503-B447-5A6DFE4C6D3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9449" y="283484"/>
              <a:ext cx="11682694" cy="6260400"/>
            </a:xfrm>
            <a:prstGeom prst="rect">
              <a:avLst/>
            </a:prstGeom>
          </p:spPr>
        </p:pic>
        <p:pic>
          <p:nvPicPr>
            <p:cNvPr id="28" name="Graphic 27">
              <a:extLst>
                <a:ext uri="{FF2B5EF4-FFF2-40B4-BE49-F238E27FC236}">
                  <a16:creationId xmlns:a16="http://schemas.microsoft.com/office/drawing/2014/main" id="{EE4FC028-6A7F-464B-8DE4-89A5BC6A349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004666" y="282797"/>
              <a:ext cx="5167290" cy="669600"/>
            </a:xfrm>
            <a:prstGeom prst="rect">
              <a:avLst/>
            </a:prstGeom>
          </p:spPr>
        </p:pic>
        <p:pic>
          <p:nvPicPr>
            <p:cNvPr id="29" name="Graphic 28">
              <a:extLst>
                <a:ext uri="{FF2B5EF4-FFF2-40B4-BE49-F238E27FC236}">
                  <a16:creationId xmlns:a16="http://schemas.microsoft.com/office/drawing/2014/main" id="{8D0E7667-1F91-4259-8E3E-2391F62372B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73201" y="264916"/>
              <a:ext cx="11549647" cy="6264000"/>
            </a:xfrm>
            <a:prstGeom prst="rect">
              <a:avLst/>
            </a:prstGeom>
          </p:spPr>
        </p:pic>
        <p:pic>
          <p:nvPicPr>
            <p:cNvPr id="30" name="Graphic 29">
              <a:extLst>
                <a:ext uri="{FF2B5EF4-FFF2-40B4-BE49-F238E27FC236}">
                  <a16:creationId xmlns:a16="http://schemas.microsoft.com/office/drawing/2014/main" id="{E199AC3A-63E5-48DF-8EFB-E9DD14245BF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804248" y="1351145"/>
              <a:ext cx="11134905" cy="5205600"/>
            </a:xfrm>
            <a:prstGeom prst="rect">
              <a:avLst/>
            </a:prstGeom>
          </p:spPr>
        </p:pic>
        <p:pic>
          <p:nvPicPr>
            <p:cNvPr id="31" name="Graphic 30">
              <a:extLst>
                <a:ext uri="{FF2B5EF4-FFF2-40B4-BE49-F238E27FC236}">
                  <a16:creationId xmlns:a16="http://schemas.microsoft.com/office/drawing/2014/main" id="{7082B659-6998-45CF-901F-834BBE16223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740790" y="4438126"/>
              <a:ext cx="144000" cy="144000"/>
            </a:xfrm>
            <a:prstGeom prst="rect">
              <a:avLst/>
            </a:prstGeom>
          </p:spPr>
        </p:pic>
      </p:grpSp>
      <p:sp>
        <p:nvSpPr>
          <p:cNvPr id="10" name="Picture Placeholder 11">
            <a:extLst>
              <a:ext uri="{FF2B5EF4-FFF2-40B4-BE49-F238E27FC236}">
                <a16:creationId xmlns:a16="http://schemas.microsoft.com/office/drawing/2014/main" id="{F4D93180-0DB3-4C63-9065-5D7EF7C2495C}"/>
              </a:ext>
            </a:extLst>
          </p:cNvPr>
          <p:cNvSpPr>
            <a:spLocks noGrp="1"/>
          </p:cNvSpPr>
          <p:nvPr>
            <p:ph type="pic" sz="quarter" idx="14"/>
          </p:nvPr>
        </p:nvSpPr>
        <p:spPr>
          <a:xfrm>
            <a:off x="6318504" y="777240"/>
            <a:ext cx="5202936" cy="5202936"/>
          </a:xfrm>
          <a:prstGeom prst="ellipse">
            <a:avLst/>
          </a:prstGeom>
          <a:noFill/>
          <a:ln w="63500">
            <a:solidFill>
              <a:schemeClr val="bg1"/>
            </a:solidFill>
          </a:ln>
          <a:effectLst/>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56569200-4B56-44C7-BE76-EE495EF22819}"/>
              </a:ext>
            </a:extLst>
          </p:cNvPr>
          <p:cNvSpPr>
            <a:spLocks noGrp="1"/>
          </p:cNvSpPr>
          <p:nvPr>
            <p:ph type="title" hasCustomPrompt="1"/>
          </p:nvPr>
        </p:nvSpPr>
        <p:spPr>
          <a:xfrm>
            <a:off x="905256" y="4334256"/>
            <a:ext cx="2914991" cy="1325563"/>
          </a:xfrm>
        </p:spPr>
        <p:txBody>
          <a:bodyPr/>
          <a:lstStyle>
            <a:lvl1pPr algn="r">
              <a:defRPr baseline="0">
                <a:solidFill>
                  <a:schemeClr val="bg1"/>
                </a:solidFill>
                <a:effectLst/>
              </a:defRPr>
            </a:lvl1pPr>
          </a:lstStyle>
          <a:p>
            <a:r>
              <a:rPr lang="en-US" dirty="0"/>
              <a:t>10th Month</a:t>
            </a:r>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Text Placeholder 14">
            <a:extLst>
              <a:ext uri="{FF2B5EF4-FFF2-40B4-BE49-F238E27FC236}">
                <a16:creationId xmlns:a16="http://schemas.microsoft.com/office/drawing/2014/main" id="{18B2DEC3-D259-45E7-9A7E-B74BB5565ED2}"/>
              </a:ext>
            </a:extLst>
          </p:cNvPr>
          <p:cNvSpPr>
            <a:spLocks noGrp="1"/>
          </p:cNvSpPr>
          <p:nvPr>
            <p:ph type="body" sz="quarter" idx="17" hasCustomPrompt="1"/>
          </p:nvPr>
        </p:nvSpPr>
        <p:spPr>
          <a:xfrm>
            <a:off x="932688" y="5833872"/>
            <a:ext cx="2881767" cy="1019249"/>
          </a:xfrm>
        </p:spPr>
        <p:txBody>
          <a:bodyPr>
            <a:normAutofit/>
          </a:bodyPr>
          <a:lstStyle>
            <a:lvl1pPr marL="0" indent="0" algn="r">
              <a:lnSpc>
                <a:spcPct val="114000"/>
              </a:lnSpc>
              <a:spcBef>
                <a:spcPts val="0"/>
              </a:spcBef>
              <a:buNone/>
              <a:defRPr sz="2500" spc="50" baseline="0">
                <a:solidFill>
                  <a:schemeClr val="bg1"/>
                </a:solidFill>
                <a:effectLst/>
              </a:defRPr>
            </a:lvl1pPr>
          </a:lstStyle>
          <a:p>
            <a:pPr lvl="0"/>
            <a:r>
              <a:rPr lang="en-US" dirty="0"/>
              <a:t>Lorem Ipsum Dolor Sit</a:t>
            </a:r>
          </a:p>
        </p:txBody>
      </p:sp>
      <p:sp>
        <p:nvSpPr>
          <p:cNvPr id="25" name="Picture Placeholder 24">
            <a:extLst>
              <a:ext uri="{FF2B5EF4-FFF2-40B4-BE49-F238E27FC236}">
                <a16:creationId xmlns:a16="http://schemas.microsoft.com/office/drawing/2014/main" id="{2A78E3EE-555C-422D-B7F9-EA24F1BAF679}"/>
              </a:ext>
            </a:extLst>
          </p:cNvPr>
          <p:cNvSpPr>
            <a:spLocks noGrp="1" noChangeAspect="1"/>
          </p:cNvSpPr>
          <p:nvPr>
            <p:ph type="pic" sz="quarter" idx="18"/>
          </p:nvPr>
        </p:nvSpPr>
        <p:spPr>
          <a:xfrm>
            <a:off x="786384" y="2459736"/>
            <a:ext cx="1575583" cy="1572768"/>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FAAD8576-4E8B-473C-A9F2-19E0A00994F7}"/>
              </a:ext>
            </a:extLst>
          </p:cNvPr>
          <p:cNvSpPr>
            <a:spLocks noGrp="1" noChangeAspect="1"/>
          </p:cNvSpPr>
          <p:nvPr>
            <p:ph type="pic" sz="quarter" idx="19"/>
          </p:nvPr>
        </p:nvSpPr>
        <p:spPr>
          <a:xfrm>
            <a:off x="2715768" y="777240"/>
            <a:ext cx="3068723" cy="3063240"/>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12DF910E-F574-447B-B3D3-0A761B4EB8C9}"/>
              </a:ext>
            </a:extLst>
          </p:cNvPr>
          <p:cNvSpPr>
            <a:spLocks noGrp="1" noChangeAspect="1"/>
          </p:cNvSpPr>
          <p:nvPr>
            <p:ph type="pic" sz="quarter" idx="20"/>
          </p:nvPr>
        </p:nvSpPr>
        <p:spPr>
          <a:xfrm>
            <a:off x="4581144" y="3813048"/>
            <a:ext cx="2409176" cy="2404872"/>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12714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Vertical Text">
    <p:bg>
      <p:bgPr>
        <a:gradFill>
          <a:gsLst>
            <a:gs pos="0">
              <a:schemeClr val="accent2"/>
            </a:gs>
            <a:gs pos="84000">
              <a:schemeClr val="accent5">
                <a:lumMod val="75000"/>
              </a:schemeClr>
            </a:gs>
          </a:gsLst>
          <a:lin ang="2700000" scaled="1"/>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CCCD01B-490D-4F3F-B34B-059EC2B80668}"/>
              </a:ext>
            </a:extLst>
          </p:cNvPr>
          <p:cNvGrpSpPr/>
          <p:nvPr userDrawn="1"/>
        </p:nvGrpSpPr>
        <p:grpSpPr>
          <a:xfrm>
            <a:off x="359344" y="184651"/>
            <a:ext cx="11524164" cy="6283315"/>
            <a:chOff x="359344" y="184651"/>
            <a:chExt cx="11524164" cy="6283315"/>
          </a:xfrm>
          <a:solidFill>
            <a:schemeClr val="bg1">
              <a:alpha val="16006"/>
            </a:schemeClr>
          </a:solidFill>
        </p:grpSpPr>
        <p:pic>
          <p:nvPicPr>
            <p:cNvPr id="11" name="Graphic 10">
              <a:extLst>
                <a:ext uri="{FF2B5EF4-FFF2-40B4-BE49-F238E27FC236}">
                  <a16:creationId xmlns:a16="http://schemas.microsoft.com/office/drawing/2014/main" id="{0669EBD2-1035-4C38-8422-4F3A988DE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1251" y="254748"/>
              <a:ext cx="2855876" cy="6156000"/>
            </a:xfrm>
            <a:prstGeom prst="rect">
              <a:avLst/>
            </a:prstGeom>
          </p:spPr>
        </p:pic>
        <p:pic>
          <p:nvPicPr>
            <p:cNvPr id="14" name="Graphic 13">
              <a:extLst>
                <a:ext uri="{FF2B5EF4-FFF2-40B4-BE49-F238E27FC236}">
                  <a16:creationId xmlns:a16="http://schemas.microsoft.com/office/drawing/2014/main" id="{4AF36804-0D46-44B4-B63E-FE01467B75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0023" y="184651"/>
              <a:ext cx="11387179" cy="6271200"/>
            </a:xfrm>
            <a:prstGeom prst="rect">
              <a:avLst/>
            </a:prstGeom>
          </p:spPr>
        </p:pic>
        <p:pic>
          <p:nvPicPr>
            <p:cNvPr id="15" name="Graphic 14">
              <a:extLst>
                <a:ext uri="{FF2B5EF4-FFF2-40B4-BE49-F238E27FC236}">
                  <a16:creationId xmlns:a16="http://schemas.microsoft.com/office/drawing/2014/main" id="{0BBAEFA2-86F2-4D56-9D84-34342C95FDD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7183" y="380993"/>
              <a:ext cx="4358738" cy="5947200"/>
            </a:xfrm>
            <a:prstGeom prst="rect">
              <a:avLst/>
            </a:prstGeom>
          </p:spPr>
        </p:pic>
        <p:pic>
          <p:nvPicPr>
            <p:cNvPr id="16" name="Graphic 15">
              <a:extLst>
                <a:ext uri="{FF2B5EF4-FFF2-40B4-BE49-F238E27FC236}">
                  <a16:creationId xmlns:a16="http://schemas.microsoft.com/office/drawing/2014/main" id="{625D5ED6-A8CE-495D-A5EB-509B36EE5F6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20864" y="469509"/>
              <a:ext cx="1180553" cy="3884400"/>
            </a:xfrm>
            <a:prstGeom prst="rect">
              <a:avLst/>
            </a:prstGeom>
          </p:spPr>
        </p:pic>
        <p:pic>
          <p:nvPicPr>
            <p:cNvPr id="17" name="Graphic 16">
              <a:extLst>
                <a:ext uri="{FF2B5EF4-FFF2-40B4-BE49-F238E27FC236}">
                  <a16:creationId xmlns:a16="http://schemas.microsoft.com/office/drawing/2014/main" id="{A8E497AE-4726-4301-927D-F14FF1DC071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784401" y="268766"/>
              <a:ext cx="10099107" cy="6199200"/>
            </a:xfrm>
            <a:prstGeom prst="rect">
              <a:avLst/>
            </a:prstGeom>
          </p:spPr>
        </p:pic>
        <p:pic>
          <p:nvPicPr>
            <p:cNvPr id="18" name="Graphic 17">
              <a:extLst>
                <a:ext uri="{FF2B5EF4-FFF2-40B4-BE49-F238E27FC236}">
                  <a16:creationId xmlns:a16="http://schemas.microsoft.com/office/drawing/2014/main" id="{98789768-A6B3-4619-91B5-48717A86D7E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59344" y="2125327"/>
              <a:ext cx="144000" cy="144000"/>
            </a:xfrm>
            <a:prstGeom prst="rect">
              <a:avLst/>
            </a:prstGeom>
          </p:spPr>
        </p:pic>
      </p:grpSp>
      <p:sp>
        <p:nvSpPr>
          <p:cNvPr id="20" name="Picture Placeholder 19">
            <a:extLst>
              <a:ext uri="{FF2B5EF4-FFF2-40B4-BE49-F238E27FC236}">
                <a16:creationId xmlns:a16="http://schemas.microsoft.com/office/drawing/2014/main" id="{31150079-C6AE-4380-B8F8-F9ABE614B93A}"/>
              </a:ext>
            </a:extLst>
          </p:cNvPr>
          <p:cNvSpPr>
            <a:spLocks noGrp="1"/>
          </p:cNvSpPr>
          <p:nvPr>
            <p:ph type="pic" sz="quarter" idx="14"/>
          </p:nvPr>
        </p:nvSpPr>
        <p:spPr>
          <a:xfrm>
            <a:off x="682991" y="859092"/>
            <a:ext cx="10826019" cy="4331411"/>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Text Placeholder 14">
            <a:extLst>
              <a:ext uri="{FF2B5EF4-FFF2-40B4-BE49-F238E27FC236}">
                <a16:creationId xmlns:a16="http://schemas.microsoft.com/office/drawing/2014/main" id="{18B2DEC3-D259-45E7-9A7E-B74BB5565ED2}"/>
              </a:ext>
            </a:extLst>
          </p:cNvPr>
          <p:cNvSpPr>
            <a:spLocks noGrp="1"/>
          </p:cNvSpPr>
          <p:nvPr>
            <p:ph type="body" sz="quarter" idx="17" hasCustomPrompt="1"/>
          </p:nvPr>
        </p:nvSpPr>
        <p:spPr>
          <a:xfrm>
            <a:off x="8750808" y="5559552"/>
            <a:ext cx="2881767" cy="1019249"/>
          </a:xfrm>
        </p:spPr>
        <p:txBody>
          <a:bodyPr anchor="ctr">
            <a:normAutofit/>
          </a:bodyPr>
          <a:lstStyle>
            <a:lvl1pPr marL="0" indent="0" algn="r">
              <a:lnSpc>
                <a:spcPct val="114000"/>
              </a:lnSpc>
              <a:spcBef>
                <a:spcPts val="0"/>
              </a:spcBef>
              <a:buNone/>
              <a:defRPr sz="2500" spc="50" baseline="0">
                <a:solidFill>
                  <a:schemeClr val="bg1"/>
                </a:solidFill>
                <a:effectLst/>
              </a:defRPr>
            </a:lvl1pPr>
          </a:lstStyle>
          <a:p>
            <a:pPr lvl="0"/>
            <a:r>
              <a:rPr lang="en-US" dirty="0"/>
              <a:t>Lorem Ipsum Dolor Sit</a:t>
            </a:r>
          </a:p>
        </p:txBody>
      </p:sp>
      <p:sp>
        <p:nvSpPr>
          <p:cNvPr id="21" name="Title 1">
            <a:extLst>
              <a:ext uri="{FF2B5EF4-FFF2-40B4-BE49-F238E27FC236}">
                <a16:creationId xmlns:a16="http://schemas.microsoft.com/office/drawing/2014/main" id="{969C291A-AD95-0245-BA1D-DD760C977F4E}"/>
              </a:ext>
            </a:extLst>
          </p:cNvPr>
          <p:cNvSpPr>
            <a:spLocks noGrp="1"/>
          </p:cNvSpPr>
          <p:nvPr>
            <p:ph type="title" hasCustomPrompt="1"/>
          </p:nvPr>
        </p:nvSpPr>
        <p:spPr>
          <a:xfrm>
            <a:off x="548271" y="5316319"/>
            <a:ext cx="4679617" cy="1325563"/>
          </a:xfrm>
        </p:spPr>
        <p:txBody>
          <a:bodyPr/>
          <a:lstStyle>
            <a:lvl1pPr algn="l">
              <a:defRPr baseline="0">
                <a:solidFill>
                  <a:schemeClr val="bg1"/>
                </a:solidFill>
                <a:effectLst/>
              </a:defRPr>
            </a:lvl1pPr>
          </a:lstStyle>
          <a:p>
            <a:r>
              <a:rPr lang="en-US"/>
              <a:t>11th Month</a:t>
            </a:r>
          </a:p>
        </p:txBody>
      </p:sp>
    </p:spTree>
    <p:extLst>
      <p:ext uri="{BB962C8B-B14F-4D97-AF65-F5344CB8AC3E}">
        <p14:creationId xmlns:p14="http://schemas.microsoft.com/office/powerpoint/2010/main" val="3915942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Vertical Text">
    <p:bg>
      <p:bgPr>
        <a:gradFill flip="none" rotWithShape="1">
          <a:gsLst>
            <a:gs pos="82000">
              <a:schemeClr val="accent1"/>
            </a:gs>
            <a:gs pos="0">
              <a:schemeClr val="accent5"/>
            </a:gs>
          </a:gsLst>
          <a:lin ang="8100000" scaled="1"/>
          <a:tileRect/>
        </a:gra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09E4FCE-4D16-429B-943E-A6B3E1C9FA1B}"/>
              </a:ext>
            </a:extLst>
          </p:cNvPr>
          <p:cNvGrpSpPr/>
          <p:nvPr userDrawn="1"/>
        </p:nvGrpSpPr>
        <p:grpSpPr>
          <a:xfrm>
            <a:off x="232073" y="293318"/>
            <a:ext cx="11593374" cy="6229552"/>
            <a:chOff x="232073" y="293318"/>
            <a:chExt cx="11593374" cy="6229552"/>
          </a:xfrm>
        </p:grpSpPr>
        <p:pic>
          <p:nvPicPr>
            <p:cNvPr id="10" name="Graphic 9">
              <a:extLst>
                <a:ext uri="{FF2B5EF4-FFF2-40B4-BE49-F238E27FC236}">
                  <a16:creationId xmlns:a16="http://schemas.microsoft.com/office/drawing/2014/main" id="{94556B1E-8FB8-4605-9F61-EC90EB79A1B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2073" y="293318"/>
              <a:ext cx="11593374" cy="6127200"/>
            </a:xfrm>
            <a:prstGeom prst="rect">
              <a:avLst/>
            </a:prstGeom>
          </p:spPr>
        </p:pic>
        <p:pic>
          <p:nvPicPr>
            <p:cNvPr id="12" name="Graphic 11">
              <a:extLst>
                <a:ext uri="{FF2B5EF4-FFF2-40B4-BE49-F238E27FC236}">
                  <a16:creationId xmlns:a16="http://schemas.microsoft.com/office/drawing/2014/main" id="{CB2C9F81-53BA-491A-86CC-E487FC29142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48877" y="3526821"/>
              <a:ext cx="6246000" cy="2996049"/>
            </a:xfrm>
            <a:prstGeom prst="rect">
              <a:avLst/>
            </a:prstGeom>
          </p:spPr>
        </p:pic>
        <p:pic>
          <p:nvPicPr>
            <p:cNvPr id="13" name="Graphic 12">
              <a:extLst>
                <a:ext uri="{FF2B5EF4-FFF2-40B4-BE49-F238E27FC236}">
                  <a16:creationId xmlns:a16="http://schemas.microsoft.com/office/drawing/2014/main" id="{E6F9022F-9D48-4ECD-8425-93DCDB21224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375813" y="520667"/>
              <a:ext cx="7938039" cy="5893200"/>
            </a:xfrm>
            <a:prstGeom prst="rect">
              <a:avLst/>
            </a:prstGeom>
          </p:spPr>
        </p:pic>
        <p:pic>
          <p:nvPicPr>
            <p:cNvPr id="27" name="Graphic 26">
              <a:extLst>
                <a:ext uri="{FF2B5EF4-FFF2-40B4-BE49-F238E27FC236}">
                  <a16:creationId xmlns:a16="http://schemas.microsoft.com/office/drawing/2014/main" id="{FE10765A-FD00-4D96-8F8A-947A674C9A2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674464" y="475200"/>
              <a:ext cx="6352258" cy="5907600"/>
            </a:xfrm>
            <a:prstGeom prst="rect">
              <a:avLst/>
            </a:prstGeom>
          </p:spPr>
        </p:pic>
        <p:pic>
          <p:nvPicPr>
            <p:cNvPr id="28" name="Graphic 27">
              <a:extLst>
                <a:ext uri="{FF2B5EF4-FFF2-40B4-BE49-F238E27FC236}">
                  <a16:creationId xmlns:a16="http://schemas.microsoft.com/office/drawing/2014/main" id="{F7CCE647-265B-4ECE-B704-428E97712DE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48390" y="607345"/>
              <a:ext cx="7280509" cy="5720400"/>
            </a:xfrm>
            <a:prstGeom prst="rect">
              <a:avLst/>
            </a:prstGeom>
          </p:spPr>
        </p:pic>
        <p:pic>
          <p:nvPicPr>
            <p:cNvPr id="29" name="Graphic 28">
              <a:extLst>
                <a:ext uri="{FF2B5EF4-FFF2-40B4-BE49-F238E27FC236}">
                  <a16:creationId xmlns:a16="http://schemas.microsoft.com/office/drawing/2014/main" id="{83D605B8-0035-4AE5-9086-5B983D62B0D3}"/>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823192" y="652933"/>
              <a:ext cx="1648884" cy="1090800"/>
            </a:xfrm>
            <a:prstGeom prst="rect">
              <a:avLst/>
            </a:prstGeom>
          </p:spPr>
        </p:pic>
        <p:pic>
          <p:nvPicPr>
            <p:cNvPr id="30" name="Graphic 29">
              <a:extLst>
                <a:ext uri="{FF2B5EF4-FFF2-40B4-BE49-F238E27FC236}">
                  <a16:creationId xmlns:a16="http://schemas.microsoft.com/office/drawing/2014/main" id="{20F4FD87-4448-48A3-9CAA-BFAFE31E0808}"/>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8642684" y="375240"/>
              <a:ext cx="108000" cy="108000"/>
            </a:xfrm>
            <a:prstGeom prst="rect">
              <a:avLst/>
            </a:prstGeom>
          </p:spPr>
        </p:pic>
      </p:grpSp>
      <p:sp>
        <p:nvSpPr>
          <p:cNvPr id="2" name="Title 1">
            <a:extLst>
              <a:ext uri="{FF2B5EF4-FFF2-40B4-BE49-F238E27FC236}">
                <a16:creationId xmlns:a16="http://schemas.microsoft.com/office/drawing/2014/main" id="{56569200-4B56-44C7-BE76-EE495EF22819}"/>
              </a:ext>
            </a:extLst>
          </p:cNvPr>
          <p:cNvSpPr>
            <a:spLocks noGrp="1"/>
          </p:cNvSpPr>
          <p:nvPr>
            <p:ph type="title" hasCustomPrompt="1"/>
          </p:nvPr>
        </p:nvSpPr>
        <p:spPr>
          <a:xfrm>
            <a:off x="8940668" y="2264424"/>
            <a:ext cx="3003217" cy="1325563"/>
          </a:xfrm>
        </p:spPr>
        <p:txBody>
          <a:bodyPr/>
          <a:lstStyle>
            <a:lvl1pPr algn="l">
              <a:defRPr baseline="0">
                <a:solidFill>
                  <a:schemeClr val="bg1"/>
                </a:solidFill>
                <a:effectLst/>
              </a:defRPr>
            </a:lvl1pPr>
          </a:lstStyle>
          <a:p>
            <a:r>
              <a:rPr lang="en-US"/>
              <a:t>12th Month</a:t>
            </a:r>
          </a:p>
        </p:txBody>
      </p:sp>
      <p:sp>
        <p:nvSpPr>
          <p:cNvPr id="4" name="Date Placeholder 3">
            <a:extLst>
              <a:ext uri="{FF2B5EF4-FFF2-40B4-BE49-F238E27FC236}">
                <a16:creationId xmlns:a16="http://schemas.microsoft.com/office/drawing/2014/main" id="{847A4CC3-9CF3-4BC4-869B-BC9E075241D5}"/>
              </a:ext>
            </a:extLst>
          </p:cNvPr>
          <p:cNvSpPr>
            <a:spLocks noGrp="1"/>
          </p:cNvSpPr>
          <p:nvPr>
            <p:ph type="dt" sz="half" idx="10"/>
          </p:nvPr>
        </p:nvSpPr>
        <p:spPr/>
        <p:txBody>
          <a:bodyPr/>
          <a:lstStyle>
            <a:lvl1pPr>
              <a:defRPr>
                <a:solidFill>
                  <a:schemeClr val="bg1"/>
                </a:solidFill>
                <a:effectLst/>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4678A5C8-7868-450A-AD77-66FEFB7A31D3}"/>
              </a:ext>
            </a:extLst>
          </p:cNvPr>
          <p:cNvSpPr>
            <a:spLocks noGrp="1"/>
          </p:cNvSpPr>
          <p:nvPr>
            <p:ph type="ftr" sz="quarter" idx="11"/>
          </p:nvPr>
        </p:nvSpPr>
        <p:spPr/>
        <p:txBody>
          <a:bodyPr/>
          <a:lstStyle>
            <a:lvl1pPr>
              <a:defRPr>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3087F76C-2AE9-42CA-8ABB-8F58A8B188F1}"/>
              </a:ext>
            </a:extLst>
          </p:cNvPr>
          <p:cNvSpPr>
            <a:spLocks noGrp="1"/>
          </p:cNvSpPr>
          <p:nvPr>
            <p:ph type="sldNum" sz="quarter" idx="12"/>
          </p:nvPr>
        </p:nvSpPr>
        <p:spPr/>
        <p:txBody>
          <a:bodyPr/>
          <a:lstStyle>
            <a:lvl1pPr>
              <a:defRPr>
                <a:solidFill>
                  <a:schemeClr val="bg1"/>
                </a:solidFill>
                <a:effectLst/>
              </a:defRPr>
            </a:lvl1pPr>
          </a:lstStyle>
          <a:p>
            <a:fld id="{CB7A94A6-63DE-4BAC-88F6-7A5821A40BD2}" type="slidenum">
              <a:rPr lang="en-US" smtClean="0"/>
              <a:pPr/>
              <a:t>‹#›</a:t>
            </a:fld>
            <a:endParaRPr lang="en-US" dirty="0"/>
          </a:p>
        </p:txBody>
      </p:sp>
      <p:sp>
        <p:nvSpPr>
          <p:cNvPr id="23" name="Text Placeholder 14">
            <a:extLst>
              <a:ext uri="{FF2B5EF4-FFF2-40B4-BE49-F238E27FC236}">
                <a16:creationId xmlns:a16="http://schemas.microsoft.com/office/drawing/2014/main" id="{18B2DEC3-D259-45E7-9A7E-B74BB5565ED2}"/>
              </a:ext>
            </a:extLst>
          </p:cNvPr>
          <p:cNvSpPr>
            <a:spLocks noGrp="1"/>
          </p:cNvSpPr>
          <p:nvPr>
            <p:ph type="body" sz="quarter" idx="17" hasCustomPrompt="1"/>
          </p:nvPr>
        </p:nvSpPr>
        <p:spPr>
          <a:xfrm>
            <a:off x="8961120" y="3785616"/>
            <a:ext cx="2881767" cy="1019249"/>
          </a:xfrm>
        </p:spPr>
        <p:txBody>
          <a:bodyPr>
            <a:normAutofit/>
          </a:bodyPr>
          <a:lstStyle>
            <a:lvl1pPr marL="0" indent="0" algn="l">
              <a:lnSpc>
                <a:spcPct val="114000"/>
              </a:lnSpc>
              <a:spcBef>
                <a:spcPts val="0"/>
              </a:spcBef>
              <a:buNone/>
              <a:defRPr sz="2500" spc="50" baseline="0">
                <a:solidFill>
                  <a:schemeClr val="bg1"/>
                </a:solidFill>
                <a:effectLst/>
              </a:defRPr>
            </a:lvl1pPr>
          </a:lstStyle>
          <a:p>
            <a:pPr lvl="0"/>
            <a:r>
              <a:rPr lang="en-US" dirty="0"/>
              <a:t>Lorem Ipsum Dolor Sit</a:t>
            </a:r>
          </a:p>
        </p:txBody>
      </p:sp>
      <p:sp>
        <p:nvSpPr>
          <p:cNvPr id="22" name="Picture Placeholder 21">
            <a:extLst>
              <a:ext uri="{FF2B5EF4-FFF2-40B4-BE49-F238E27FC236}">
                <a16:creationId xmlns:a16="http://schemas.microsoft.com/office/drawing/2014/main" id="{DFA70087-9540-496D-AA8A-F5B08E0AF371}"/>
              </a:ext>
            </a:extLst>
          </p:cNvPr>
          <p:cNvSpPr>
            <a:spLocks noGrp="1"/>
          </p:cNvSpPr>
          <p:nvPr>
            <p:ph type="pic" sz="quarter" idx="14"/>
          </p:nvPr>
        </p:nvSpPr>
        <p:spPr>
          <a:xfrm>
            <a:off x="716859" y="859093"/>
            <a:ext cx="7436541" cy="5111496"/>
          </a:xfrm>
          <a:prstGeom prst="rect">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
        <p:nvSpPr>
          <p:cNvPr id="24" name="Picture Placeholder 23">
            <a:extLst>
              <a:ext uri="{FF2B5EF4-FFF2-40B4-BE49-F238E27FC236}">
                <a16:creationId xmlns:a16="http://schemas.microsoft.com/office/drawing/2014/main" id="{4D75BD4A-D07A-4DBF-9CA9-2A4E2BEC88A0}"/>
              </a:ext>
            </a:extLst>
          </p:cNvPr>
          <p:cNvSpPr>
            <a:spLocks noGrp="1"/>
          </p:cNvSpPr>
          <p:nvPr>
            <p:ph type="pic" sz="quarter" idx="18"/>
          </p:nvPr>
        </p:nvSpPr>
        <p:spPr>
          <a:xfrm>
            <a:off x="6260999" y="483240"/>
            <a:ext cx="2505456" cy="2509200"/>
          </a:xfrm>
          <a:prstGeom prst="ellipse">
            <a:avLst/>
          </a:prstGeom>
          <a:noFill/>
          <a:ln w="63500">
            <a:solidFill>
              <a:schemeClr val="bg1"/>
            </a:solidFill>
          </a:ln>
          <a:effectLst/>
        </p:spPr>
        <p:txBody>
          <a:bodyPr wrap="square" anchor="ctr" anchorCtr="0">
            <a:noAutofit/>
          </a:bodyPr>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897232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Quote 5">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EE128E1-0CDA-47A1-D35D-9C25479EF62C}"/>
              </a:ext>
              <a:ext uri="{C183D7F6-B498-43B3-948B-1728B52AA6E4}">
                <adec:decorative xmlns:adec="http://schemas.microsoft.com/office/drawing/2017/decorative" val="1"/>
              </a:ext>
            </a:extLst>
          </p:cNvPr>
          <p:cNvGrpSpPr/>
          <p:nvPr userDrawn="1"/>
        </p:nvGrpSpPr>
        <p:grpSpPr>
          <a:xfrm>
            <a:off x="12068638" y="0"/>
            <a:ext cx="123362" cy="6858000"/>
            <a:chOff x="12068638" y="0"/>
            <a:chExt cx="123362" cy="6858000"/>
          </a:xfrm>
        </p:grpSpPr>
        <p:sp>
          <p:nvSpPr>
            <p:cNvPr id="8" name="Rectangle 7">
              <a:extLst>
                <a:ext uri="{FF2B5EF4-FFF2-40B4-BE49-F238E27FC236}">
                  <a16:creationId xmlns:a16="http://schemas.microsoft.com/office/drawing/2014/main" id="{D619BAD8-E856-5A54-5FB5-85E6CAC4E304}"/>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3FCF455-BD54-50B4-8076-41DC7D47954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1A753856-64E9-57B8-BA9A-9192CD4E9455}"/>
              </a:ext>
              <a:ext uri="{C183D7F6-B498-43B3-948B-1728B52AA6E4}">
                <adec:decorative xmlns:adec="http://schemas.microsoft.com/office/drawing/2017/decorative" val="1"/>
              </a:ext>
            </a:extLst>
          </p:cNvPr>
          <p:cNvGrpSpPr/>
          <p:nvPr userDrawn="1"/>
        </p:nvGrpSpPr>
        <p:grpSpPr>
          <a:xfrm rot="10800000">
            <a:off x="0" y="1"/>
            <a:ext cx="12188952" cy="123363"/>
            <a:chOff x="-5025" y="6737718"/>
            <a:chExt cx="12207200" cy="123363"/>
          </a:xfrm>
        </p:grpSpPr>
        <p:sp>
          <p:nvSpPr>
            <p:cNvPr id="11" name="Rectangle 10">
              <a:extLst>
                <a:ext uri="{FF2B5EF4-FFF2-40B4-BE49-F238E27FC236}">
                  <a16:creationId xmlns:a16="http://schemas.microsoft.com/office/drawing/2014/main" id="{E9BB5D38-3664-8477-8F8A-91B17B1EE50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F4A8525-6EB9-D4F1-AB1C-1F0B1952FC3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92984"/>
            <a:ext cx="9317736" cy="3785616"/>
          </a:xfrm>
        </p:spPr>
        <p:txBody>
          <a:bodyPr anchor="b">
            <a:normAutofit/>
          </a:bodyPr>
          <a:lstStyle>
            <a:lvl1pPr algn="l">
              <a:lnSpc>
                <a:spcPct val="100000"/>
              </a:lnSpc>
              <a:defRPr sz="48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78600"/>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430768" y="6318504"/>
            <a:ext cx="3136392" cy="365760"/>
          </a:xfrm>
          <a:prstGeom prst="rect">
            <a:avLst/>
          </a:prstGeom>
        </p:spPr>
        <p:txBody>
          <a:bodyPr/>
          <a:lstStyle>
            <a:lvl1pPr>
              <a:defRPr>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www.3aayaam.in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53468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31C3DD-C57B-4348-9F13-E6878EEE3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D140649B-A03C-4FF0-9513-E8F61D459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6C5177F-81CA-42DC-8AF5-691DA37EE3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venir" panose="02000503020000020003" pitchFamily="2" charset="0"/>
              </a:defRPr>
            </a:lvl1pPr>
          </a:lstStyle>
          <a:p>
            <a:fld id="{1AE79C76-63EB-410C-B7D1-E9EDFD942730}" type="datetimeFigureOut">
              <a:rPr lang="en-US" smtClean="0"/>
              <a:pPr/>
              <a:t>10/3/25</a:t>
            </a:fld>
            <a:endParaRPr lang="en-US" dirty="0"/>
          </a:p>
        </p:txBody>
      </p:sp>
      <p:sp>
        <p:nvSpPr>
          <p:cNvPr id="5" name="Footer Placeholder 4">
            <a:extLst>
              <a:ext uri="{FF2B5EF4-FFF2-40B4-BE49-F238E27FC236}">
                <a16:creationId xmlns:a16="http://schemas.microsoft.com/office/drawing/2014/main" id="{231F8DBA-7954-4F4A-AF00-E0521C49D5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venir" panose="02000503020000020003" pitchFamily="2" charset="0"/>
              </a:defRPr>
            </a:lvl1pPr>
          </a:lstStyle>
          <a:p>
            <a:endParaRPr lang="en-US" dirty="0"/>
          </a:p>
        </p:txBody>
      </p:sp>
      <p:sp>
        <p:nvSpPr>
          <p:cNvPr id="6" name="Slide Number Placeholder 5">
            <a:extLst>
              <a:ext uri="{FF2B5EF4-FFF2-40B4-BE49-F238E27FC236}">
                <a16:creationId xmlns:a16="http://schemas.microsoft.com/office/drawing/2014/main" id="{F2C9D787-7648-4928-A33C-7746CCE5AD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venir" panose="02000503020000020003" pitchFamily="2" charset="0"/>
              </a:defRPr>
            </a:lvl1pPr>
          </a:lstStyle>
          <a:p>
            <a:fld id="{CB7A94A6-63DE-4BAC-88F6-7A5821A40BD2}" type="slidenum">
              <a:rPr lang="en-US" smtClean="0"/>
              <a:pPr/>
              <a:t>‹#›</a:t>
            </a:fld>
            <a:endParaRPr lang="en-US" dirty="0"/>
          </a:p>
        </p:txBody>
      </p:sp>
    </p:spTree>
    <p:extLst>
      <p:ext uri="{BB962C8B-B14F-4D97-AF65-F5344CB8AC3E}">
        <p14:creationId xmlns:p14="http://schemas.microsoft.com/office/powerpoint/2010/main" val="1252000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6000" b="1" kern="1200">
          <a:solidFill>
            <a:schemeClr val="tx1"/>
          </a:solidFill>
          <a:latin typeface="Avenir" panose="02000503020000020003"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FB92"/>
            </a:gs>
            <a:gs pos="100000">
              <a:srgbClr val="0096FF"/>
            </a:gs>
          </a:gsLst>
          <a:lin ang="13800000" scaled="0"/>
        </a:gradFill>
        <a:effectLst/>
      </p:bgPr>
    </p:bg>
    <p:spTree>
      <p:nvGrpSpPr>
        <p:cNvPr id="1" name="">
          <a:extLst>
            <a:ext uri="{FF2B5EF4-FFF2-40B4-BE49-F238E27FC236}">
              <a16:creationId xmlns:a16="http://schemas.microsoft.com/office/drawing/2014/main" id="{AEDF2D6D-7997-8B20-53BF-109AFE930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A49E6-4207-33CE-3C98-FC6EE7B630FC}"/>
              </a:ext>
            </a:extLst>
          </p:cNvPr>
          <p:cNvSpPr>
            <a:spLocks noGrp="1"/>
          </p:cNvSpPr>
          <p:nvPr>
            <p:ph type="ctrTitle"/>
          </p:nvPr>
        </p:nvSpPr>
        <p:spPr>
          <a:xfrm>
            <a:off x="172277" y="1273631"/>
            <a:ext cx="11754679" cy="4551436"/>
          </a:xfrm>
          <a:gradFill>
            <a:gsLst>
              <a:gs pos="0">
                <a:srgbClr val="000000"/>
              </a:gs>
              <a:gs pos="100000">
                <a:schemeClr val="bg2">
                  <a:lumMod val="25000"/>
                  <a:alpha val="34000"/>
                </a:schemeClr>
              </a:gs>
            </a:gsLst>
            <a:lin ang="13800000" scaled="0"/>
          </a:gradFill>
        </p:spPr>
        <p:txBody>
          <a:bodyPr anchor="ctr"/>
          <a:lstStyle/>
          <a:p>
            <a:r>
              <a:rPr lang="en-US" sz="8800" u="sng" dirty="0">
                <a:gradFill flip="none" rotWithShape="1">
                  <a:gsLst>
                    <a:gs pos="100000">
                      <a:srgbClr val="FFFF00"/>
                    </a:gs>
                    <a:gs pos="0">
                      <a:srgbClr val="00B0F0"/>
                    </a:gs>
                  </a:gsLst>
                  <a:path path="circle">
                    <a:fillToRect l="100000" t="100000"/>
                  </a:path>
                  <a:tileRect r="-100000" b="-100000"/>
                </a:gradFill>
              </a:rPr>
              <a:t>Project 10</a:t>
            </a:r>
            <a:r>
              <a:rPr lang="en-US" sz="8800" dirty="0">
                <a:gradFill flip="none" rotWithShape="1">
                  <a:gsLst>
                    <a:gs pos="100000">
                      <a:srgbClr val="FFFF00"/>
                    </a:gs>
                    <a:gs pos="0">
                      <a:srgbClr val="00B0F0"/>
                    </a:gs>
                  </a:gsLst>
                  <a:path path="circle">
                    <a:fillToRect l="100000" t="100000"/>
                  </a:path>
                  <a:tileRect r="-100000" b="-100000"/>
                </a:gradFill>
              </a:rPr>
              <a:t> </a:t>
            </a:r>
            <a:br>
              <a:rPr lang="en-US" sz="8800" dirty="0">
                <a:gradFill flip="none" rotWithShape="1">
                  <a:gsLst>
                    <a:gs pos="100000">
                      <a:srgbClr val="FFFF00"/>
                    </a:gs>
                    <a:gs pos="0">
                      <a:srgbClr val="00B0F0"/>
                    </a:gs>
                  </a:gsLst>
                  <a:path path="circle">
                    <a:fillToRect l="100000" t="100000"/>
                  </a:path>
                  <a:tileRect r="-100000" b="-100000"/>
                </a:gradFill>
              </a:rPr>
            </a:br>
            <a:r>
              <a:rPr lang="en-US" sz="8800" dirty="0">
                <a:gradFill flip="none" rotWithShape="1">
                  <a:gsLst>
                    <a:gs pos="100000">
                      <a:srgbClr val="FFFF00"/>
                    </a:gs>
                    <a:gs pos="0">
                      <a:srgbClr val="00B0F0"/>
                    </a:gs>
                  </a:gsLst>
                  <a:path path="circle">
                    <a:fillToRect l="100000" t="100000"/>
                  </a:path>
                  <a:tileRect r="-100000" b="-100000"/>
                </a:gradFill>
              </a:rPr>
              <a:t>Financial Fraud Detection System</a:t>
            </a:r>
            <a:endParaRPr lang="en-US" dirty="0">
              <a:gradFill flip="none" rotWithShape="1">
                <a:gsLst>
                  <a:gs pos="100000">
                    <a:srgbClr val="FFFF00"/>
                  </a:gs>
                  <a:gs pos="0">
                    <a:srgbClr val="00B0F0"/>
                  </a:gs>
                </a:gsLst>
                <a:path path="circle">
                  <a:fillToRect l="100000" t="100000"/>
                </a:path>
                <a:tileRect r="-100000" b="-100000"/>
              </a:gradFill>
            </a:endParaRPr>
          </a:p>
        </p:txBody>
      </p:sp>
      <p:sp>
        <p:nvSpPr>
          <p:cNvPr id="3" name="Subtitle 2">
            <a:extLst>
              <a:ext uri="{FF2B5EF4-FFF2-40B4-BE49-F238E27FC236}">
                <a16:creationId xmlns:a16="http://schemas.microsoft.com/office/drawing/2014/main" id="{9BED8105-166A-8313-03AE-1B0C5420826A}"/>
              </a:ext>
            </a:extLst>
          </p:cNvPr>
          <p:cNvSpPr>
            <a:spLocks noGrp="1"/>
          </p:cNvSpPr>
          <p:nvPr>
            <p:ph type="subTitle" idx="1"/>
          </p:nvPr>
        </p:nvSpPr>
        <p:spPr>
          <a:xfrm>
            <a:off x="1248649" y="5341158"/>
            <a:ext cx="9144000" cy="645879"/>
          </a:xfrm>
        </p:spPr>
        <p:txBody>
          <a:bodyPr/>
          <a:lstStyle/>
          <a:p>
            <a:r>
              <a:rPr lang="en-US" dirty="0"/>
              <a:t>www.3aayaam.in</a:t>
            </a:r>
          </a:p>
        </p:txBody>
      </p:sp>
    </p:spTree>
    <p:extLst>
      <p:ext uri="{BB962C8B-B14F-4D97-AF65-F5344CB8AC3E}">
        <p14:creationId xmlns:p14="http://schemas.microsoft.com/office/powerpoint/2010/main" val="1425803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747C30E6-514D-4794-379F-3824ADBF403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D035121-FF9F-C226-B0D9-3D376B8B5112}"/>
              </a:ext>
            </a:extLst>
          </p:cNvPr>
          <p:cNvSpPr>
            <a:spLocks noGrp="1"/>
          </p:cNvSpPr>
          <p:nvPr>
            <p:ph type="ftr" sz="quarter" idx="11"/>
          </p:nvPr>
        </p:nvSpPr>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4D88413B-438B-1B10-CEFD-0479833EBC17}"/>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
        <p:nvSpPr>
          <p:cNvPr id="14" name="Title 1">
            <a:extLst>
              <a:ext uri="{FF2B5EF4-FFF2-40B4-BE49-F238E27FC236}">
                <a16:creationId xmlns:a16="http://schemas.microsoft.com/office/drawing/2014/main" id="{A5751D93-FEF3-C7E1-ECDD-3DAEA119CFA6}"/>
              </a:ext>
            </a:extLst>
          </p:cNvPr>
          <p:cNvSpPr txBox="1">
            <a:spLocks/>
          </p:cNvSpPr>
          <p:nvPr/>
        </p:nvSpPr>
        <p:spPr>
          <a:xfrm>
            <a:off x="323890" y="330147"/>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Fraud Detection System</a:t>
            </a:r>
          </a:p>
        </p:txBody>
      </p:sp>
      <p:sp>
        <p:nvSpPr>
          <p:cNvPr id="27" name="TextBox 26">
            <a:extLst>
              <a:ext uri="{FF2B5EF4-FFF2-40B4-BE49-F238E27FC236}">
                <a16:creationId xmlns:a16="http://schemas.microsoft.com/office/drawing/2014/main" id="{5A62DB69-6C83-F768-A92A-BB9DA2523E49}"/>
              </a:ext>
            </a:extLst>
          </p:cNvPr>
          <p:cNvSpPr txBox="1"/>
          <p:nvPr/>
        </p:nvSpPr>
        <p:spPr>
          <a:xfrm>
            <a:off x="323890" y="1562582"/>
            <a:ext cx="11489527" cy="4924425"/>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Financial Frauds - Card fraud, online payment fraud, money laundering, account takeover attempts etc.</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Entities involved:</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Customer – Customer details with risk profiling. Dataset contains 100 customers.</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Account – Account details held by customers.</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Transaction – Historical transaction data.</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Considerations:</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Each customer has only one device.</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Each customer can have multiple accounts.</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Some of the browsers are from dark web – Tor, </a:t>
            </a:r>
            <a:r>
              <a:rPr lang="en-US" dirty="0" err="1">
                <a:solidFill>
                  <a:srgbClr val="000000"/>
                </a:solidFill>
                <a:latin typeface="Avenir Book" panose="02000503020000020003" pitchFamily="2" charset="0"/>
              </a:rPr>
              <a:t>Hyphanet</a:t>
            </a:r>
            <a:r>
              <a:rPr lang="en-US" dirty="0">
                <a:solidFill>
                  <a:srgbClr val="000000"/>
                </a:solidFill>
                <a:latin typeface="Avenir Book" panose="02000503020000020003" pitchFamily="2" charset="0"/>
              </a:rPr>
              <a:t>, Torch, i2p, </a:t>
            </a:r>
            <a:r>
              <a:rPr lang="en-US" dirty="0" err="1">
                <a:solidFill>
                  <a:srgbClr val="000000"/>
                </a:solidFill>
                <a:latin typeface="Avenir Book" panose="02000503020000020003" pitchFamily="2" charset="0"/>
              </a:rPr>
              <a:t>Haystak</a:t>
            </a:r>
            <a:r>
              <a:rPr lang="en-US" dirty="0">
                <a:solidFill>
                  <a:srgbClr val="000000"/>
                </a:solidFill>
                <a:latin typeface="Avenir Book" panose="02000503020000020003" pitchFamily="2" charset="0"/>
              </a:rPr>
              <a:t>.</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Current year is 2027.</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Customer and Transaction </a:t>
            </a:r>
            <a:r>
              <a:rPr lang="en-US" dirty="0" err="1">
                <a:solidFill>
                  <a:srgbClr val="000000"/>
                </a:solidFill>
                <a:latin typeface="Avenir Book" panose="02000503020000020003" pitchFamily="2" charset="0"/>
              </a:rPr>
              <a:t>LatLong</a:t>
            </a:r>
            <a:r>
              <a:rPr lang="en-US" dirty="0">
                <a:solidFill>
                  <a:srgbClr val="000000"/>
                </a:solidFill>
                <a:latin typeface="Avenir Book" panose="02000503020000020003" pitchFamily="2" charset="0"/>
              </a:rPr>
              <a:t> has to be converted to distance in KM (Haversine formula).</a:t>
            </a:r>
            <a:endParaRPr lang="en-US" sz="2000" dirty="0">
              <a:solidFill>
                <a:srgbClr val="000000"/>
              </a:solidFill>
              <a:latin typeface="Avenir Book" panose="02000503020000020003" pitchFamily="2" charset="0"/>
            </a:endParaRPr>
          </a:p>
          <a:p>
            <a:pPr marL="285750" indent="-285750">
              <a:spcBef>
                <a:spcPts val="600"/>
              </a:spcBef>
              <a:spcAft>
                <a:spcPts val="600"/>
              </a:spcAft>
              <a:buFont typeface="Arial" panose="020B0604020202020204" pitchFamily="34" charset="0"/>
              <a:buChar char="•"/>
            </a:pPr>
            <a:endParaRPr lang="en-US" sz="2000" dirty="0">
              <a:solidFill>
                <a:srgbClr val="000000"/>
              </a:solidFill>
              <a:latin typeface="Avenir Book" panose="02000503020000020003" pitchFamily="2" charset="0"/>
            </a:endParaRPr>
          </a:p>
        </p:txBody>
      </p:sp>
    </p:spTree>
    <p:extLst>
      <p:ext uri="{BB962C8B-B14F-4D97-AF65-F5344CB8AC3E}">
        <p14:creationId xmlns:p14="http://schemas.microsoft.com/office/powerpoint/2010/main" val="276751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E58CAB0-1E13-ADDA-CB31-D02C5E2EED00}"/>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0CF4D8B-E7C5-E3D1-3901-1C921B2D13EC}"/>
              </a:ext>
            </a:extLst>
          </p:cNvPr>
          <p:cNvSpPr>
            <a:spLocks noGrp="1"/>
          </p:cNvSpPr>
          <p:nvPr>
            <p:ph type="ftr" sz="quarter" idx="11"/>
          </p:nvPr>
        </p:nvSpPr>
        <p:spPr>
          <a:xfrm>
            <a:off x="9005416" y="6372761"/>
            <a:ext cx="1953567" cy="365125"/>
          </a:xfrm>
        </p:spPr>
        <p:txBody>
          <a:bodyPr/>
          <a:lstStyle/>
          <a:p>
            <a:r>
              <a:rPr lang="en-US" sz="1600" dirty="0">
                <a:solidFill>
                  <a:srgbClr val="000000"/>
                </a:solidFill>
              </a:rPr>
              <a:t>www.3aayaam.in</a:t>
            </a:r>
          </a:p>
        </p:txBody>
      </p:sp>
      <p:sp>
        <p:nvSpPr>
          <p:cNvPr id="6" name="Slide Number Placeholder 5">
            <a:extLst>
              <a:ext uri="{FF2B5EF4-FFF2-40B4-BE49-F238E27FC236}">
                <a16:creationId xmlns:a16="http://schemas.microsoft.com/office/drawing/2014/main" id="{3B2C3DA4-B8B1-0AB4-F4A2-146C3CE7A116}"/>
              </a:ext>
            </a:extLst>
          </p:cNvPr>
          <p:cNvSpPr>
            <a:spLocks noGrp="1"/>
          </p:cNvSpPr>
          <p:nvPr>
            <p:ph type="sldNum" sz="quarter" idx="12"/>
          </p:nvPr>
        </p:nvSpPr>
        <p:spPr/>
        <p:txBody>
          <a:bodyPr/>
          <a:lstStyle/>
          <a:p>
            <a:fld id="{CC057153-B650-4DEB-B370-79DDCFDCE934}" type="slidenum">
              <a:rPr lang="en-US" smtClean="0"/>
              <a:pPr/>
              <a:t>3</a:t>
            </a:fld>
            <a:endParaRPr lang="en-US" dirty="0"/>
          </a:p>
        </p:txBody>
      </p:sp>
      <p:sp>
        <p:nvSpPr>
          <p:cNvPr id="14" name="Title 1">
            <a:extLst>
              <a:ext uri="{FF2B5EF4-FFF2-40B4-BE49-F238E27FC236}">
                <a16:creationId xmlns:a16="http://schemas.microsoft.com/office/drawing/2014/main" id="{D333FFFD-5567-3D40-B340-77C857B1DB98}"/>
              </a:ext>
            </a:extLst>
          </p:cNvPr>
          <p:cNvSpPr txBox="1">
            <a:spLocks/>
          </p:cNvSpPr>
          <p:nvPr/>
        </p:nvSpPr>
        <p:spPr>
          <a:xfrm>
            <a:off x="323890" y="43964"/>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Transaction History Table</a:t>
            </a:r>
          </a:p>
        </p:txBody>
      </p:sp>
      <p:sp>
        <p:nvSpPr>
          <p:cNvPr id="2" name="Rectangle 1">
            <a:extLst>
              <a:ext uri="{FF2B5EF4-FFF2-40B4-BE49-F238E27FC236}">
                <a16:creationId xmlns:a16="http://schemas.microsoft.com/office/drawing/2014/main" id="{5E2DB189-C80A-5896-ABAA-BBDC231F4695}"/>
              </a:ext>
            </a:extLst>
          </p:cNvPr>
          <p:cNvSpPr/>
          <p:nvPr/>
        </p:nvSpPr>
        <p:spPr>
          <a:xfrm>
            <a:off x="6262216" y="1055758"/>
            <a:ext cx="2422490" cy="5502077"/>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rgbClr val="000000"/>
                </a:solidFill>
                <a:latin typeface="Avenir Book" panose="02000503020000020003" pitchFamily="2" charset="0"/>
              </a:rPr>
              <a:t>transaction_hist</a:t>
            </a:r>
            <a:endParaRPr lang="en-US" u="sng"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transaction_id</a:t>
            </a:r>
            <a:endParaRPr lang="en-IN" sz="1500" dirty="0">
              <a:solidFill>
                <a:srgbClr val="000000"/>
              </a:solidFill>
              <a:latin typeface="Avenir Book" panose="02000503020000020003" pitchFamily="2" charset="0"/>
            </a:endParaRPr>
          </a:p>
          <a:p>
            <a:r>
              <a:rPr lang="en-IN" sz="1500" dirty="0" err="1">
                <a:solidFill>
                  <a:srgbClr val="0096FF"/>
                </a:solidFill>
                <a:latin typeface="Avenir Book" panose="02000503020000020003" pitchFamily="2" charset="0"/>
              </a:rPr>
              <a:t>customer_id</a:t>
            </a:r>
            <a:endParaRPr lang="en-IN" sz="1500" dirty="0">
              <a:solidFill>
                <a:srgbClr val="0096FF"/>
              </a:solidFill>
              <a:latin typeface="Avenir Book" panose="02000503020000020003" pitchFamily="2" charset="0"/>
            </a:endParaRPr>
          </a:p>
          <a:p>
            <a:r>
              <a:rPr lang="en-IN" sz="1500" dirty="0" err="1">
                <a:solidFill>
                  <a:srgbClr val="0096FF"/>
                </a:solidFill>
                <a:latin typeface="Avenir Book" panose="02000503020000020003" pitchFamily="2" charset="0"/>
              </a:rPr>
              <a:t>customer_country</a:t>
            </a:r>
            <a:endParaRPr lang="en-IN" sz="1500" dirty="0">
              <a:solidFill>
                <a:srgbClr val="0096FF"/>
              </a:solidFill>
              <a:latin typeface="Avenir Book" panose="02000503020000020003" pitchFamily="2" charset="0"/>
            </a:endParaRPr>
          </a:p>
          <a:p>
            <a:r>
              <a:rPr lang="en-IN" sz="1500" dirty="0" err="1">
                <a:solidFill>
                  <a:srgbClr val="0096FF"/>
                </a:solidFill>
                <a:latin typeface="Avenir Book" panose="02000503020000020003" pitchFamily="2" charset="0"/>
              </a:rPr>
              <a:t>risk_score_onboard</a:t>
            </a:r>
            <a:endParaRPr lang="en-IN" sz="1500" dirty="0">
              <a:solidFill>
                <a:srgbClr val="0096FF"/>
              </a:solidFill>
              <a:latin typeface="Avenir Book" panose="02000503020000020003" pitchFamily="2" charset="0"/>
            </a:endParaRPr>
          </a:p>
          <a:p>
            <a:r>
              <a:rPr lang="en-IN" sz="1500" dirty="0" err="1">
                <a:solidFill>
                  <a:srgbClr val="000000"/>
                </a:solidFill>
                <a:latin typeface="Avenir Book" panose="02000503020000020003" pitchFamily="2" charset="0"/>
              </a:rPr>
              <a:t>account_id_from</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account_id_to</a:t>
            </a:r>
            <a:endParaRPr lang="en-IN" sz="1500" dirty="0">
              <a:solidFill>
                <a:srgbClr val="000000"/>
              </a:solidFill>
              <a:latin typeface="Avenir Book" panose="02000503020000020003" pitchFamily="2" charset="0"/>
            </a:endParaRPr>
          </a:p>
          <a:p>
            <a:r>
              <a:rPr lang="en-IN" sz="1500" dirty="0" err="1">
                <a:solidFill>
                  <a:schemeClr val="accent3"/>
                </a:solidFill>
                <a:latin typeface="Avenir Book" panose="02000503020000020003" pitchFamily="2" charset="0"/>
              </a:rPr>
              <a:t>account_type</a:t>
            </a:r>
            <a:endParaRPr lang="en-IN" sz="1500" dirty="0">
              <a:solidFill>
                <a:schemeClr val="accent3"/>
              </a:solidFill>
              <a:latin typeface="Avenir Book" panose="02000503020000020003" pitchFamily="2" charset="0"/>
            </a:endParaRPr>
          </a:p>
          <a:p>
            <a:r>
              <a:rPr lang="en-IN" sz="1500" dirty="0" err="1">
                <a:solidFill>
                  <a:srgbClr val="0096FF"/>
                </a:solidFill>
                <a:latin typeface="Avenir Book" panose="02000503020000020003" pitchFamily="2" charset="0"/>
              </a:rPr>
              <a:t>cust_device_id</a:t>
            </a:r>
            <a:endParaRPr lang="en-IN" sz="1500" dirty="0">
              <a:solidFill>
                <a:srgbClr val="0096FF"/>
              </a:solidFill>
              <a:latin typeface="Avenir Book" panose="02000503020000020003" pitchFamily="2" charset="0"/>
            </a:endParaRPr>
          </a:p>
          <a:p>
            <a:r>
              <a:rPr lang="en-US" sz="1500" dirty="0" err="1">
                <a:solidFill>
                  <a:srgbClr val="000000"/>
                </a:solidFill>
                <a:latin typeface="Avenir Book" panose="02000503020000020003" pitchFamily="2" charset="0"/>
              </a:rPr>
              <a:t>tran_device_id</a:t>
            </a:r>
            <a:endParaRPr lang="en-IN" sz="1500" dirty="0">
              <a:solidFill>
                <a:srgbClr val="000000"/>
              </a:solidFill>
              <a:latin typeface="Avenir Book" panose="02000503020000020003" pitchFamily="2" charset="0"/>
            </a:endParaRPr>
          </a:p>
          <a:p>
            <a:r>
              <a:rPr lang="en-IN" sz="1500" dirty="0" err="1">
                <a:solidFill>
                  <a:srgbClr val="00B050"/>
                </a:solidFill>
                <a:latin typeface="Avenir Book" panose="02000503020000020003" pitchFamily="2" charset="0"/>
              </a:rPr>
              <a:t>debit_customer_id</a:t>
            </a:r>
            <a:endParaRPr lang="en-IN" sz="1500" dirty="0">
              <a:solidFill>
                <a:srgbClr val="00B050"/>
              </a:solidFill>
              <a:latin typeface="Avenir Book" panose="02000503020000020003" pitchFamily="2" charset="0"/>
            </a:endParaRPr>
          </a:p>
          <a:p>
            <a:r>
              <a:rPr lang="en-IN" sz="1500" dirty="0" err="1">
                <a:solidFill>
                  <a:srgbClr val="00B050"/>
                </a:solidFill>
                <a:latin typeface="Avenir Book" panose="02000503020000020003" pitchFamily="2" charset="0"/>
              </a:rPr>
              <a:t>credit_customer_id</a:t>
            </a:r>
            <a:endParaRPr lang="en-IN" sz="1500" dirty="0">
              <a:solidFill>
                <a:srgbClr val="00B050"/>
              </a:solidFill>
              <a:latin typeface="Avenir Book" panose="02000503020000020003" pitchFamily="2" charset="0"/>
            </a:endParaRPr>
          </a:p>
          <a:p>
            <a:r>
              <a:rPr lang="en-IN" sz="1500" dirty="0" err="1">
                <a:solidFill>
                  <a:srgbClr val="000000"/>
                </a:solidFill>
                <a:latin typeface="Avenir Book" panose="02000503020000020003" pitchFamily="2" charset="0"/>
              </a:rPr>
              <a:t>merchant_id</a:t>
            </a:r>
            <a:endParaRPr lang="en-IN" sz="1500" dirty="0">
              <a:solidFill>
                <a:srgbClr val="000000"/>
              </a:solidFill>
              <a:latin typeface="Avenir Book" panose="02000503020000020003" pitchFamily="2" charset="0"/>
            </a:endParaRPr>
          </a:p>
          <a:p>
            <a:r>
              <a:rPr lang="en-IN" sz="1500" dirty="0" err="1">
                <a:solidFill>
                  <a:schemeClr val="accent3"/>
                </a:solidFill>
                <a:latin typeface="Avenir Book" panose="02000503020000020003" pitchFamily="2" charset="0"/>
              </a:rPr>
              <a:t>acc_balance</a:t>
            </a:r>
            <a:endParaRPr lang="en-IN" sz="1500" dirty="0">
              <a:solidFill>
                <a:schemeClr val="accent3"/>
              </a:solidFill>
              <a:latin typeface="Avenir Book" panose="02000503020000020003" pitchFamily="2" charset="0"/>
            </a:endParaRPr>
          </a:p>
          <a:p>
            <a:r>
              <a:rPr lang="en-IN" sz="1500" dirty="0" err="1">
                <a:solidFill>
                  <a:srgbClr val="000000"/>
                </a:solidFill>
                <a:latin typeface="Avenir Book" panose="02000503020000020003" pitchFamily="2" charset="0"/>
              </a:rPr>
              <a:t>tran_amount</a:t>
            </a:r>
            <a:endParaRPr lang="en-IN" sz="1500" dirty="0">
              <a:solidFill>
                <a:srgbClr val="000000"/>
              </a:solidFill>
              <a:latin typeface="Avenir Book" panose="02000503020000020003" pitchFamily="2" charset="0"/>
            </a:endParaRPr>
          </a:p>
          <a:p>
            <a:r>
              <a:rPr lang="en-IN" sz="1500" dirty="0">
                <a:solidFill>
                  <a:srgbClr val="008F00"/>
                </a:solidFill>
                <a:latin typeface="Avenir Book" panose="02000503020000020003" pitchFamily="2" charset="0"/>
              </a:rPr>
              <a:t>currency</a:t>
            </a:r>
          </a:p>
          <a:p>
            <a:r>
              <a:rPr lang="en-IN" sz="1500" dirty="0" err="1">
                <a:solidFill>
                  <a:srgbClr val="000000"/>
                </a:solidFill>
                <a:latin typeface="Avenir Book" panose="02000503020000020003" pitchFamily="2" charset="0"/>
              </a:rPr>
              <a:t>tran_timestamp</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transaction_status</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tran_browser_info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tran_location_lat</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tran_location_long</a:t>
            </a:r>
            <a:endParaRPr lang="en-IN" sz="1500" dirty="0">
              <a:solidFill>
                <a:srgbClr val="000000"/>
              </a:solidFill>
              <a:latin typeface="Avenir Book" panose="02000503020000020003" pitchFamily="2" charset="0"/>
            </a:endParaRPr>
          </a:p>
        </p:txBody>
      </p:sp>
      <p:sp>
        <p:nvSpPr>
          <p:cNvPr id="3" name="Rectangle 2">
            <a:extLst>
              <a:ext uri="{FF2B5EF4-FFF2-40B4-BE49-F238E27FC236}">
                <a16:creationId xmlns:a16="http://schemas.microsoft.com/office/drawing/2014/main" id="{69C3DCC2-B402-D41C-79EF-F7B1E0BA4502}"/>
              </a:ext>
            </a:extLst>
          </p:cNvPr>
          <p:cNvSpPr/>
          <p:nvPr/>
        </p:nvSpPr>
        <p:spPr>
          <a:xfrm>
            <a:off x="2901510" y="1731071"/>
            <a:ext cx="2092522" cy="3395858"/>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rgbClr val="000000"/>
                </a:solidFill>
                <a:latin typeface="Avenir Book" panose="02000503020000020003" pitchFamily="2" charset="0"/>
              </a:rPr>
              <a:t>Transaction</a:t>
            </a:r>
            <a:endParaRPr lang="en-US" u="sng"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transaction_id</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account_id_from</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account_id_to</a:t>
            </a:r>
            <a:endParaRPr lang="en-IN" sz="1600" dirty="0">
              <a:solidFill>
                <a:srgbClr val="000000"/>
              </a:solidFill>
              <a:latin typeface="Avenir Book" panose="02000503020000020003" pitchFamily="2" charset="0"/>
            </a:endParaRPr>
          </a:p>
          <a:p>
            <a:r>
              <a:rPr lang="en-US" sz="1600" dirty="0" err="1">
                <a:solidFill>
                  <a:srgbClr val="000000"/>
                </a:solidFill>
                <a:latin typeface="Avenir Book" panose="02000503020000020003" pitchFamily="2" charset="0"/>
              </a:rPr>
              <a:t>tran_device_id</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merchant_id</a:t>
            </a:r>
            <a:endParaRPr lang="en-IN" sz="1600" dirty="0">
              <a:solidFill>
                <a:srgbClr val="000000"/>
              </a:solidFill>
              <a:latin typeface="Avenir Book" panose="02000503020000020003" pitchFamily="2" charset="0"/>
            </a:endParaRPr>
          </a:p>
          <a:p>
            <a:r>
              <a:rPr lang="en-IN" sz="1600" dirty="0">
                <a:solidFill>
                  <a:srgbClr val="000000"/>
                </a:solidFill>
                <a:latin typeface="Avenir Book" panose="02000503020000020003" pitchFamily="2" charset="0"/>
              </a:rPr>
              <a:t>amount</a:t>
            </a:r>
          </a:p>
          <a:p>
            <a:r>
              <a:rPr lang="en-IN" sz="1600" dirty="0" err="1">
                <a:solidFill>
                  <a:srgbClr val="000000"/>
                </a:solidFill>
                <a:latin typeface="Avenir Book" panose="02000503020000020003" pitchFamily="2" charset="0"/>
              </a:rPr>
              <a:t>tran_timestamp</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transaction_type</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transaction_status</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tran_browser_info</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tran_location_lat</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tran_location_long</a:t>
            </a:r>
            <a:endParaRPr lang="en-IN" sz="1600" dirty="0">
              <a:solidFill>
                <a:srgbClr val="000000"/>
              </a:solidFill>
              <a:latin typeface="Avenir Book" panose="02000503020000020003" pitchFamily="2" charset="0"/>
            </a:endParaRPr>
          </a:p>
        </p:txBody>
      </p:sp>
      <p:sp>
        <p:nvSpPr>
          <p:cNvPr id="4" name="Rectangle 3">
            <a:extLst>
              <a:ext uri="{FF2B5EF4-FFF2-40B4-BE49-F238E27FC236}">
                <a16:creationId xmlns:a16="http://schemas.microsoft.com/office/drawing/2014/main" id="{360A7F49-544D-2338-6E4A-60EE41B907EA}"/>
              </a:ext>
            </a:extLst>
          </p:cNvPr>
          <p:cNvSpPr/>
          <p:nvPr/>
        </p:nvSpPr>
        <p:spPr>
          <a:xfrm>
            <a:off x="378584" y="1113377"/>
            <a:ext cx="2274180" cy="1985544"/>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rgbClr val="000000"/>
                </a:solidFill>
                <a:latin typeface="Avenir Book" panose="02000503020000020003" pitchFamily="2" charset="0"/>
              </a:rPr>
              <a:t>Account</a:t>
            </a:r>
          </a:p>
          <a:p>
            <a:r>
              <a:rPr lang="en-IN" sz="1600" dirty="0" err="1">
                <a:solidFill>
                  <a:srgbClr val="000000"/>
                </a:solidFill>
                <a:latin typeface="Avenir Book" panose="02000503020000020003" pitchFamily="2" charset="0"/>
              </a:rPr>
              <a:t>account_id</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customer_id</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account_type</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acc_open_date</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acc_balance</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daily_transaction_limit</a:t>
            </a:r>
            <a:endParaRPr lang="en-IN" sz="1600" dirty="0">
              <a:solidFill>
                <a:srgbClr val="000000"/>
              </a:solidFill>
              <a:latin typeface="Avenir Book" panose="02000503020000020003" pitchFamily="2" charset="0"/>
            </a:endParaRPr>
          </a:p>
        </p:txBody>
      </p:sp>
      <p:sp>
        <p:nvSpPr>
          <p:cNvPr id="7" name="Rectangle 6">
            <a:extLst>
              <a:ext uri="{FF2B5EF4-FFF2-40B4-BE49-F238E27FC236}">
                <a16:creationId xmlns:a16="http://schemas.microsoft.com/office/drawing/2014/main" id="{B4039025-1D1D-C204-CE1C-D50A6C0C5F5E}"/>
              </a:ext>
            </a:extLst>
          </p:cNvPr>
          <p:cNvSpPr/>
          <p:nvPr/>
        </p:nvSpPr>
        <p:spPr>
          <a:xfrm>
            <a:off x="378584" y="3295860"/>
            <a:ext cx="2274180" cy="3201164"/>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rgbClr val="000000"/>
                </a:solidFill>
                <a:latin typeface="Avenir Book" panose="02000503020000020003" pitchFamily="2" charset="0"/>
              </a:rPr>
              <a:t>Customer</a:t>
            </a:r>
            <a:endParaRPr lang="en-US" u="sng"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customer_id</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date_of_birth</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country_of_residence</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cust_location_lat</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cust_location_long</a:t>
            </a:r>
            <a:endParaRPr lang="en-IN" sz="1600" dirty="0">
              <a:solidFill>
                <a:srgbClr val="000000"/>
              </a:solidFill>
              <a:latin typeface="Avenir Book" panose="02000503020000020003" pitchFamily="2" charset="0"/>
            </a:endParaRPr>
          </a:p>
          <a:p>
            <a:r>
              <a:rPr lang="en-IN" sz="1600" dirty="0">
                <a:solidFill>
                  <a:srgbClr val="000000"/>
                </a:solidFill>
                <a:latin typeface="Avenir Book" panose="02000503020000020003" pitchFamily="2" charset="0"/>
              </a:rPr>
              <a:t>email</a:t>
            </a:r>
          </a:p>
          <a:p>
            <a:r>
              <a:rPr lang="en-IN" sz="1600" dirty="0" err="1">
                <a:solidFill>
                  <a:srgbClr val="000000"/>
                </a:solidFill>
                <a:latin typeface="Avenir Book" panose="02000503020000020003" pitchFamily="2" charset="0"/>
              </a:rPr>
              <a:t>kyc_status</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risk_score_onboard</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customer_segment</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creation_date</a:t>
            </a:r>
            <a:endParaRPr lang="en-IN" sz="1600" dirty="0">
              <a:solidFill>
                <a:srgbClr val="000000"/>
              </a:solidFill>
              <a:latin typeface="Avenir Book" panose="02000503020000020003" pitchFamily="2" charset="0"/>
            </a:endParaRPr>
          </a:p>
          <a:p>
            <a:r>
              <a:rPr lang="en-IN" sz="1600" dirty="0" err="1">
                <a:solidFill>
                  <a:srgbClr val="000000"/>
                </a:solidFill>
                <a:latin typeface="Avenir Book" panose="02000503020000020003" pitchFamily="2" charset="0"/>
              </a:rPr>
              <a:t>customer_device_id</a:t>
            </a:r>
            <a:endParaRPr lang="en-IN" sz="1600" dirty="0">
              <a:solidFill>
                <a:srgbClr val="000000"/>
              </a:solidFill>
              <a:latin typeface="Avenir Book" panose="02000503020000020003" pitchFamily="2" charset="0"/>
            </a:endParaRPr>
          </a:p>
        </p:txBody>
      </p:sp>
      <p:sp>
        <p:nvSpPr>
          <p:cNvPr id="8" name="Rectangle 7">
            <a:extLst>
              <a:ext uri="{FF2B5EF4-FFF2-40B4-BE49-F238E27FC236}">
                <a16:creationId xmlns:a16="http://schemas.microsoft.com/office/drawing/2014/main" id="{44FDD03E-AA14-F838-4290-71B0922F1478}"/>
              </a:ext>
            </a:extLst>
          </p:cNvPr>
          <p:cNvSpPr/>
          <p:nvPr/>
        </p:nvSpPr>
        <p:spPr>
          <a:xfrm>
            <a:off x="8931310" y="2576318"/>
            <a:ext cx="2422490" cy="170536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96FF"/>
                </a:solidFill>
                <a:latin typeface="Avenir Book" panose="02000503020000020003" pitchFamily="2" charset="0"/>
              </a:rPr>
              <a:t>Blue = Customer table</a:t>
            </a:r>
          </a:p>
          <a:p>
            <a:r>
              <a:rPr lang="en-US" sz="1400" dirty="0">
                <a:solidFill>
                  <a:schemeClr val="accent3"/>
                </a:solidFill>
                <a:latin typeface="Avenir Book" panose="02000503020000020003" pitchFamily="2" charset="0"/>
              </a:rPr>
              <a:t>Orange = Account table</a:t>
            </a:r>
          </a:p>
          <a:p>
            <a:r>
              <a:rPr lang="en-US" sz="1400" dirty="0">
                <a:solidFill>
                  <a:srgbClr val="000000"/>
                </a:solidFill>
                <a:latin typeface="Avenir Book" panose="02000503020000020003" pitchFamily="2" charset="0"/>
              </a:rPr>
              <a:t>Black = Transaction table</a:t>
            </a:r>
          </a:p>
          <a:p>
            <a:r>
              <a:rPr lang="en-US" sz="1400" dirty="0">
                <a:solidFill>
                  <a:srgbClr val="008F00"/>
                </a:solidFill>
                <a:latin typeface="Avenir Book" panose="02000503020000020003" pitchFamily="2" charset="0"/>
              </a:rPr>
              <a:t>Green = New columns created from existing columns.</a:t>
            </a:r>
          </a:p>
        </p:txBody>
      </p:sp>
      <p:cxnSp>
        <p:nvCxnSpPr>
          <p:cNvPr id="10" name="Straight Arrow Connector 9">
            <a:extLst>
              <a:ext uri="{FF2B5EF4-FFF2-40B4-BE49-F238E27FC236}">
                <a16:creationId xmlns:a16="http://schemas.microsoft.com/office/drawing/2014/main" id="{6B91EF49-8DDC-4472-651F-3F624EE2D229}"/>
              </a:ext>
            </a:extLst>
          </p:cNvPr>
          <p:cNvCxnSpPr>
            <a:cxnSpLocks/>
          </p:cNvCxnSpPr>
          <p:nvPr/>
        </p:nvCxnSpPr>
        <p:spPr>
          <a:xfrm>
            <a:off x="2652764" y="1386673"/>
            <a:ext cx="3609452" cy="0"/>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B0297271-9F16-F579-73C4-C830BBD64216}"/>
              </a:ext>
            </a:extLst>
          </p:cNvPr>
          <p:cNvCxnSpPr>
            <a:cxnSpLocks/>
          </p:cNvCxnSpPr>
          <p:nvPr/>
        </p:nvCxnSpPr>
        <p:spPr>
          <a:xfrm>
            <a:off x="2652764" y="5819671"/>
            <a:ext cx="3609452" cy="0"/>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0C3DE646-4267-E8B1-E646-DECD62B8340B}"/>
              </a:ext>
            </a:extLst>
          </p:cNvPr>
          <p:cNvCxnSpPr>
            <a:cxnSpLocks/>
            <a:stCxn id="3" idx="3"/>
          </p:cNvCxnSpPr>
          <p:nvPr/>
        </p:nvCxnSpPr>
        <p:spPr>
          <a:xfrm>
            <a:off x="4994032" y="3429000"/>
            <a:ext cx="1268184" cy="0"/>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1291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7011A72E-E574-275C-353B-226A8B7A98C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CD92877-E789-5249-6D63-697E51616EF7}"/>
              </a:ext>
            </a:extLst>
          </p:cNvPr>
          <p:cNvSpPr>
            <a:spLocks noGrp="1"/>
          </p:cNvSpPr>
          <p:nvPr>
            <p:ph type="ftr" sz="quarter" idx="11"/>
          </p:nvPr>
        </p:nvSpPr>
        <p:spPr>
          <a:xfrm>
            <a:off x="9005416" y="6372761"/>
            <a:ext cx="1953567" cy="365125"/>
          </a:xfrm>
        </p:spPr>
        <p:txBody>
          <a:bodyPr/>
          <a:lstStyle/>
          <a:p>
            <a:r>
              <a:rPr lang="en-US" sz="1600" dirty="0">
                <a:solidFill>
                  <a:srgbClr val="000000"/>
                </a:solidFill>
              </a:rPr>
              <a:t>www.3aayaam.in</a:t>
            </a:r>
          </a:p>
        </p:txBody>
      </p:sp>
      <p:sp>
        <p:nvSpPr>
          <p:cNvPr id="6" name="Slide Number Placeholder 5">
            <a:extLst>
              <a:ext uri="{FF2B5EF4-FFF2-40B4-BE49-F238E27FC236}">
                <a16:creationId xmlns:a16="http://schemas.microsoft.com/office/drawing/2014/main" id="{42F4CDA6-DD94-2C0A-37DF-7459A970C440}"/>
              </a:ext>
            </a:extLst>
          </p:cNvPr>
          <p:cNvSpPr>
            <a:spLocks noGrp="1"/>
          </p:cNvSpPr>
          <p:nvPr>
            <p:ph type="sldNum" sz="quarter" idx="12"/>
          </p:nvPr>
        </p:nvSpPr>
        <p:spPr/>
        <p:txBody>
          <a:bodyPr/>
          <a:lstStyle/>
          <a:p>
            <a:fld id="{CC057153-B650-4DEB-B370-79DDCFDCE934}" type="slidenum">
              <a:rPr lang="en-US" smtClean="0"/>
              <a:pPr/>
              <a:t>4</a:t>
            </a:fld>
            <a:endParaRPr lang="en-US" dirty="0"/>
          </a:p>
        </p:txBody>
      </p:sp>
      <p:sp>
        <p:nvSpPr>
          <p:cNvPr id="14" name="Title 1">
            <a:extLst>
              <a:ext uri="{FF2B5EF4-FFF2-40B4-BE49-F238E27FC236}">
                <a16:creationId xmlns:a16="http://schemas.microsoft.com/office/drawing/2014/main" id="{AE47F057-96C5-3705-165F-FC7D432A3037}"/>
              </a:ext>
            </a:extLst>
          </p:cNvPr>
          <p:cNvSpPr txBox="1">
            <a:spLocks/>
          </p:cNvSpPr>
          <p:nvPr/>
        </p:nvSpPr>
        <p:spPr>
          <a:xfrm>
            <a:off x="323890" y="43964"/>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ETL 1</a:t>
            </a:r>
          </a:p>
        </p:txBody>
      </p:sp>
      <p:cxnSp>
        <p:nvCxnSpPr>
          <p:cNvPr id="10" name="Straight Arrow Connector 9">
            <a:extLst>
              <a:ext uri="{FF2B5EF4-FFF2-40B4-BE49-F238E27FC236}">
                <a16:creationId xmlns:a16="http://schemas.microsoft.com/office/drawing/2014/main" id="{0A54A455-BA8B-D9F2-EAED-357EA29FDF8D}"/>
              </a:ext>
            </a:extLst>
          </p:cNvPr>
          <p:cNvCxnSpPr>
            <a:cxnSpLocks/>
            <a:stCxn id="9" idx="3"/>
            <a:endCxn id="21" idx="2"/>
          </p:cNvCxnSpPr>
          <p:nvPr/>
        </p:nvCxnSpPr>
        <p:spPr>
          <a:xfrm>
            <a:off x="2491992" y="1797177"/>
            <a:ext cx="2717072" cy="30036"/>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C9955560-ABFC-C5E1-BC9B-0F6BFBC6A132}"/>
              </a:ext>
            </a:extLst>
          </p:cNvPr>
          <p:cNvCxnSpPr>
            <a:cxnSpLocks/>
            <a:stCxn id="12" idx="3"/>
            <a:endCxn id="23" idx="2"/>
          </p:cNvCxnSpPr>
          <p:nvPr/>
        </p:nvCxnSpPr>
        <p:spPr>
          <a:xfrm>
            <a:off x="2491993" y="3889070"/>
            <a:ext cx="2713721" cy="0"/>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E9923364-93A8-915B-D681-2B7D0B7C878B}"/>
              </a:ext>
            </a:extLst>
          </p:cNvPr>
          <p:cNvCxnSpPr>
            <a:cxnSpLocks/>
            <a:stCxn id="11" idx="3"/>
            <a:endCxn id="22" idx="2"/>
          </p:cNvCxnSpPr>
          <p:nvPr/>
        </p:nvCxnSpPr>
        <p:spPr>
          <a:xfrm>
            <a:off x="2491993" y="2818339"/>
            <a:ext cx="2727118" cy="18001"/>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839C5380-EE90-F99A-1AF0-22F66A84A300}"/>
              </a:ext>
            </a:extLst>
          </p:cNvPr>
          <p:cNvSpPr/>
          <p:nvPr/>
        </p:nvSpPr>
        <p:spPr>
          <a:xfrm>
            <a:off x="645437" y="1455533"/>
            <a:ext cx="1846555" cy="683287"/>
          </a:xfrm>
          <a:prstGeom prst="rect">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account_data.csv</a:t>
            </a:r>
            <a:endParaRPr lang="en-US" sz="1600" dirty="0">
              <a:latin typeface="Avenir Book" panose="02000503020000020003" pitchFamily="2" charset="0"/>
            </a:endParaRPr>
          </a:p>
        </p:txBody>
      </p:sp>
      <p:sp>
        <p:nvSpPr>
          <p:cNvPr id="11" name="Rectangle 10">
            <a:extLst>
              <a:ext uri="{FF2B5EF4-FFF2-40B4-BE49-F238E27FC236}">
                <a16:creationId xmlns:a16="http://schemas.microsoft.com/office/drawing/2014/main" id="{DBCA4ED1-B7DF-546E-C92B-4BB7E7825CB9}"/>
              </a:ext>
            </a:extLst>
          </p:cNvPr>
          <p:cNvSpPr/>
          <p:nvPr/>
        </p:nvSpPr>
        <p:spPr>
          <a:xfrm>
            <a:off x="645438" y="2476695"/>
            <a:ext cx="1846555" cy="683287"/>
          </a:xfrm>
          <a:prstGeom prst="rect">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customer_profile_data.csv</a:t>
            </a:r>
            <a:endParaRPr lang="en-US" sz="1600" dirty="0">
              <a:latin typeface="Avenir Book" panose="02000503020000020003" pitchFamily="2" charset="0"/>
            </a:endParaRPr>
          </a:p>
        </p:txBody>
      </p:sp>
      <p:sp>
        <p:nvSpPr>
          <p:cNvPr id="12" name="Rectangle 11">
            <a:extLst>
              <a:ext uri="{FF2B5EF4-FFF2-40B4-BE49-F238E27FC236}">
                <a16:creationId xmlns:a16="http://schemas.microsoft.com/office/drawing/2014/main" id="{19EBB635-380C-B9B9-810C-536019D82596}"/>
              </a:ext>
            </a:extLst>
          </p:cNvPr>
          <p:cNvSpPr/>
          <p:nvPr/>
        </p:nvSpPr>
        <p:spPr>
          <a:xfrm>
            <a:off x="645437" y="3547426"/>
            <a:ext cx="1846556" cy="683287"/>
          </a:xfrm>
          <a:prstGeom prst="rect">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transaction_data_2022to2026.csv</a:t>
            </a:r>
          </a:p>
        </p:txBody>
      </p:sp>
      <p:sp>
        <p:nvSpPr>
          <p:cNvPr id="21" name="Can 20">
            <a:extLst>
              <a:ext uri="{FF2B5EF4-FFF2-40B4-BE49-F238E27FC236}">
                <a16:creationId xmlns:a16="http://schemas.microsoft.com/office/drawing/2014/main" id="{FEA4FAA2-F6F3-8AC9-77AB-77007BF2612F}"/>
              </a:ext>
            </a:extLst>
          </p:cNvPr>
          <p:cNvSpPr/>
          <p:nvPr/>
        </p:nvSpPr>
        <p:spPr>
          <a:xfrm>
            <a:off x="5209064" y="1485569"/>
            <a:ext cx="1266093"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account</a:t>
            </a:r>
          </a:p>
        </p:txBody>
      </p:sp>
      <p:sp>
        <p:nvSpPr>
          <p:cNvPr id="22" name="Can 21">
            <a:extLst>
              <a:ext uri="{FF2B5EF4-FFF2-40B4-BE49-F238E27FC236}">
                <a16:creationId xmlns:a16="http://schemas.microsoft.com/office/drawing/2014/main" id="{22C287B0-F1CC-A00C-98C1-D56B3BE3AAAF}"/>
              </a:ext>
            </a:extLst>
          </p:cNvPr>
          <p:cNvSpPr/>
          <p:nvPr/>
        </p:nvSpPr>
        <p:spPr>
          <a:xfrm>
            <a:off x="5219111" y="2494696"/>
            <a:ext cx="1252696"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customer</a:t>
            </a:r>
          </a:p>
        </p:txBody>
      </p:sp>
      <p:sp>
        <p:nvSpPr>
          <p:cNvPr id="23" name="Can 22">
            <a:extLst>
              <a:ext uri="{FF2B5EF4-FFF2-40B4-BE49-F238E27FC236}">
                <a16:creationId xmlns:a16="http://schemas.microsoft.com/office/drawing/2014/main" id="{EDD3503D-B20F-C946-73C6-1E79EFD2956A}"/>
              </a:ext>
            </a:extLst>
          </p:cNvPr>
          <p:cNvSpPr/>
          <p:nvPr/>
        </p:nvSpPr>
        <p:spPr>
          <a:xfrm>
            <a:off x="5205714" y="3547426"/>
            <a:ext cx="1266093"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transaction</a:t>
            </a:r>
          </a:p>
        </p:txBody>
      </p:sp>
      <p:sp>
        <p:nvSpPr>
          <p:cNvPr id="30" name="Rectangle 29">
            <a:extLst>
              <a:ext uri="{FF2B5EF4-FFF2-40B4-BE49-F238E27FC236}">
                <a16:creationId xmlns:a16="http://schemas.microsoft.com/office/drawing/2014/main" id="{E558FC10-95A5-F872-6CFC-028DE9201F5D}"/>
              </a:ext>
            </a:extLst>
          </p:cNvPr>
          <p:cNvSpPr/>
          <p:nvPr/>
        </p:nvSpPr>
        <p:spPr>
          <a:xfrm>
            <a:off x="3102599" y="1452494"/>
            <a:ext cx="1235948" cy="683286"/>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a:p>
            <a:pPr algn="ctr"/>
            <a:r>
              <a:rPr lang="en-US" sz="1600" dirty="0">
                <a:latin typeface="Avenir Book" panose="02000503020000020003" pitchFamily="2" charset="0"/>
              </a:rPr>
              <a:t>DataFrame</a:t>
            </a:r>
          </a:p>
        </p:txBody>
      </p:sp>
      <p:sp>
        <p:nvSpPr>
          <p:cNvPr id="41" name="Rounded Rectangle 40">
            <a:extLst>
              <a:ext uri="{FF2B5EF4-FFF2-40B4-BE49-F238E27FC236}">
                <a16:creationId xmlns:a16="http://schemas.microsoft.com/office/drawing/2014/main" id="{8E2E6946-037C-C32D-DD14-A42112B5E6DA}"/>
              </a:ext>
            </a:extLst>
          </p:cNvPr>
          <p:cNvSpPr/>
          <p:nvPr/>
        </p:nvSpPr>
        <p:spPr>
          <a:xfrm>
            <a:off x="5026518" y="4356317"/>
            <a:ext cx="1637881" cy="432080"/>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Aurora MySQL</a:t>
            </a:r>
          </a:p>
        </p:txBody>
      </p:sp>
      <p:sp>
        <p:nvSpPr>
          <p:cNvPr id="43" name="Rounded Rectangle 42">
            <a:extLst>
              <a:ext uri="{FF2B5EF4-FFF2-40B4-BE49-F238E27FC236}">
                <a16:creationId xmlns:a16="http://schemas.microsoft.com/office/drawing/2014/main" id="{4674140F-690A-0CB7-5151-12147FB62F24}"/>
              </a:ext>
            </a:extLst>
          </p:cNvPr>
          <p:cNvSpPr/>
          <p:nvPr/>
        </p:nvSpPr>
        <p:spPr>
          <a:xfrm>
            <a:off x="9765323" y="3533526"/>
            <a:ext cx="1637881" cy="444948"/>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Redshift</a:t>
            </a:r>
          </a:p>
        </p:txBody>
      </p:sp>
      <p:cxnSp>
        <p:nvCxnSpPr>
          <p:cNvPr id="45" name="Elbow Connector 44">
            <a:extLst>
              <a:ext uri="{FF2B5EF4-FFF2-40B4-BE49-F238E27FC236}">
                <a16:creationId xmlns:a16="http://schemas.microsoft.com/office/drawing/2014/main" id="{D84C585C-876B-7AF5-992F-2068A784C5EF}"/>
              </a:ext>
            </a:extLst>
          </p:cNvPr>
          <p:cNvCxnSpPr>
            <a:cxnSpLocks/>
            <a:stCxn id="21" idx="4"/>
            <a:endCxn id="64" idx="0"/>
          </p:cNvCxnSpPr>
          <p:nvPr/>
        </p:nvCxnSpPr>
        <p:spPr>
          <a:xfrm>
            <a:off x="6475157" y="1827213"/>
            <a:ext cx="1815743" cy="649482"/>
          </a:xfrm>
          <a:prstGeom prst="bentConnector2">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46" name="Elbow Connector 45">
            <a:extLst>
              <a:ext uri="{FF2B5EF4-FFF2-40B4-BE49-F238E27FC236}">
                <a16:creationId xmlns:a16="http://schemas.microsoft.com/office/drawing/2014/main" id="{D2B62145-3180-2BDA-EDD5-F56F1812B83A}"/>
              </a:ext>
            </a:extLst>
          </p:cNvPr>
          <p:cNvCxnSpPr>
            <a:cxnSpLocks/>
            <a:stCxn id="23" idx="4"/>
            <a:endCxn id="64" idx="2"/>
          </p:cNvCxnSpPr>
          <p:nvPr/>
        </p:nvCxnSpPr>
        <p:spPr>
          <a:xfrm flipV="1">
            <a:off x="6471807" y="3177983"/>
            <a:ext cx="1819093" cy="711087"/>
          </a:xfrm>
          <a:prstGeom prst="bentConnector2">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64143611-B76A-4200-3C06-C50906B1B5E6}"/>
              </a:ext>
            </a:extLst>
          </p:cNvPr>
          <p:cNvCxnSpPr>
            <a:cxnSpLocks/>
            <a:stCxn id="22" idx="4"/>
            <a:endCxn id="64" idx="1"/>
          </p:cNvCxnSpPr>
          <p:nvPr/>
        </p:nvCxnSpPr>
        <p:spPr>
          <a:xfrm flipV="1">
            <a:off x="6471807" y="2827339"/>
            <a:ext cx="1201119" cy="9001"/>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52" name="Can 51">
            <a:extLst>
              <a:ext uri="{FF2B5EF4-FFF2-40B4-BE49-F238E27FC236}">
                <a16:creationId xmlns:a16="http://schemas.microsoft.com/office/drawing/2014/main" id="{FEACB989-1B81-CF9C-CA6F-8D0F815013CC}"/>
              </a:ext>
            </a:extLst>
          </p:cNvPr>
          <p:cNvSpPr/>
          <p:nvPr/>
        </p:nvSpPr>
        <p:spPr>
          <a:xfrm>
            <a:off x="9732497" y="2207675"/>
            <a:ext cx="1709058" cy="1221325"/>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transaction_hist</a:t>
            </a:r>
            <a:endParaRPr lang="en-US" sz="1600" dirty="0">
              <a:latin typeface="Avenir Book" panose="02000503020000020003" pitchFamily="2" charset="0"/>
            </a:endParaRPr>
          </a:p>
        </p:txBody>
      </p:sp>
      <p:cxnSp>
        <p:nvCxnSpPr>
          <p:cNvPr id="53" name="Straight Arrow Connector 52">
            <a:extLst>
              <a:ext uri="{FF2B5EF4-FFF2-40B4-BE49-F238E27FC236}">
                <a16:creationId xmlns:a16="http://schemas.microsoft.com/office/drawing/2014/main" id="{A92C12D5-4EFE-9AED-02D6-5D1B0238AB03}"/>
              </a:ext>
            </a:extLst>
          </p:cNvPr>
          <p:cNvCxnSpPr>
            <a:cxnSpLocks/>
            <a:stCxn id="64" idx="3"/>
            <a:endCxn id="52" idx="2"/>
          </p:cNvCxnSpPr>
          <p:nvPr/>
        </p:nvCxnSpPr>
        <p:spPr>
          <a:xfrm flipV="1">
            <a:off x="8908874" y="2818338"/>
            <a:ext cx="823623" cy="9001"/>
          </a:xfrm>
          <a:prstGeom prst="straightConnector1">
            <a:avLst/>
          </a:prstGeom>
          <a:ln w="57150">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62" name="Rectangle 61">
            <a:extLst>
              <a:ext uri="{FF2B5EF4-FFF2-40B4-BE49-F238E27FC236}">
                <a16:creationId xmlns:a16="http://schemas.microsoft.com/office/drawing/2014/main" id="{8766A596-2F0A-B8DB-E26B-6E8CAB06790A}"/>
              </a:ext>
            </a:extLst>
          </p:cNvPr>
          <p:cNvSpPr/>
          <p:nvPr/>
        </p:nvSpPr>
        <p:spPr>
          <a:xfrm>
            <a:off x="3102599" y="2476695"/>
            <a:ext cx="1235948" cy="683286"/>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a:p>
            <a:pPr algn="ctr"/>
            <a:r>
              <a:rPr lang="en-US" sz="1600" dirty="0">
                <a:latin typeface="Avenir Book" panose="02000503020000020003" pitchFamily="2" charset="0"/>
              </a:rPr>
              <a:t>DataFrame</a:t>
            </a:r>
          </a:p>
        </p:txBody>
      </p:sp>
      <p:sp>
        <p:nvSpPr>
          <p:cNvPr id="63" name="Rectangle 62">
            <a:extLst>
              <a:ext uri="{FF2B5EF4-FFF2-40B4-BE49-F238E27FC236}">
                <a16:creationId xmlns:a16="http://schemas.microsoft.com/office/drawing/2014/main" id="{24A3BB7A-A8FC-C6A5-CF79-2467B7DAA2E5}"/>
              </a:ext>
            </a:extLst>
          </p:cNvPr>
          <p:cNvSpPr/>
          <p:nvPr/>
        </p:nvSpPr>
        <p:spPr>
          <a:xfrm>
            <a:off x="3102599" y="3547426"/>
            <a:ext cx="1235948" cy="683283"/>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a:p>
            <a:pPr algn="ctr"/>
            <a:r>
              <a:rPr lang="en-US" sz="1600" dirty="0">
                <a:latin typeface="Avenir Book" panose="02000503020000020003" pitchFamily="2" charset="0"/>
              </a:rPr>
              <a:t>DataFrame</a:t>
            </a:r>
          </a:p>
        </p:txBody>
      </p:sp>
      <p:sp>
        <p:nvSpPr>
          <p:cNvPr id="64" name="Rectangle 63">
            <a:extLst>
              <a:ext uri="{FF2B5EF4-FFF2-40B4-BE49-F238E27FC236}">
                <a16:creationId xmlns:a16="http://schemas.microsoft.com/office/drawing/2014/main" id="{5ECEED6B-D621-5244-B124-ADD80E514144}"/>
              </a:ext>
            </a:extLst>
          </p:cNvPr>
          <p:cNvSpPr/>
          <p:nvPr/>
        </p:nvSpPr>
        <p:spPr>
          <a:xfrm>
            <a:off x="7672926" y="2476695"/>
            <a:ext cx="1235948" cy="701288"/>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a:p>
            <a:pPr algn="ctr"/>
            <a:r>
              <a:rPr lang="en-US" sz="1600" dirty="0">
                <a:latin typeface="Avenir Book" panose="02000503020000020003" pitchFamily="2" charset="0"/>
              </a:rPr>
              <a:t>DataFrame</a:t>
            </a:r>
          </a:p>
        </p:txBody>
      </p:sp>
    </p:spTree>
    <p:extLst>
      <p:ext uri="{BB962C8B-B14F-4D97-AF65-F5344CB8AC3E}">
        <p14:creationId xmlns:p14="http://schemas.microsoft.com/office/powerpoint/2010/main" val="3952431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77450521-A012-F463-4AFF-BA3CE44654A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1735F9D3-4355-A2D0-F05F-437734DD9795}"/>
              </a:ext>
            </a:extLst>
          </p:cNvPr>
          <p:cNvSpPr>
            <a:spLocks noGrp="1"/>
          </p:cNvSpPr>
          <p:nvPr>
            <p:ph type="ftr" sz="quarter" idx="11"/>
          </p:nvPr>
        </p:nvSpPr>
        <p:spPr>
          <a:xfrm>
            <a:off x="8904933" y="6356349"/>
            <a:ext cx="2154534" cy="365125"/>
          </a:xfrm>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C8EF3B39-4F6F-A15E-7ED5-5F61C576B8A6}"/>
              </a:ext>
            </a:extLst>
          </p:cNvPr>
          <p:cNvSpPr>
            <a:spLocks noGrp="1"/>
          </p:cNvSpPr>
          <p:nvPr>
            <p:ph type="sldNum" sz="quarter" idx="12"/>
          </p:nvPr>
        </p:nvSpPr>
        <p:spPr/>
        <p:txBody>
          <a:bodyPr/>
          <a:lstStyle/>
          <a:p>
            <a:fld id="{CC057153-B650-4DEB-B370-79DDCFDCE934}" type="slidenum">
              <a:rPr lang="en-US" smtClean="0"/>
              <a:pPr/>
              <a:t>5</a:t>
            </a:fld>
            <a:endParaRPr lang="en-US" dirty="0"/>
          </a:p>
        </p:txBody>
      </p:sp>
      <p:sp>
        <p:nvSpPr>
          <p:cNvPr id="14" name="Title 1">
            <a:extLst>
              <a:ext uri="{FF2B5EF4-FFF2-40B4-BE49-F238E27FC236}">
                <a16:creationId xmlns:a16="http://schemas.microsoft.com/office/drawing/2014/main" id="{D5BB3C37-136C-7D28-0253-7411E9C9D9CD}"/>
              </a:ext>
            </a:extLst>
          </p:cNvPr>
          <p:cNvSpPr txBox="1">
            <a:spLocks/>
          </p:cNvSpPr>
          <p:nvPr/>
        </p:nvSpPr>
        <p:spPr>
          <a:xfrm>
            <a:off x="323891" y="136525"/>
            <a:ext cx="11489526" cy="1125674"/>
          </a:xfrm>
          <a:prstGeom prst="rect">
            <a:avLst/>
          </a:prstGeom>
        </p:spPr>
        <p:txBody>
          <a:bodyPr vert="horz" lIns="91440" tIns="45720" rIns="91440" bIns="45720" rtlCol="0" anchor="ctr">
            <a:normAutofit fontScale="92500"/>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History Aggregation Count Table</a:t>
            </a:r>
          </a:p>
        </p:txBody>
      </p:sp>
      <p:sp>
        <p:nvSpPr>
          <p:cNvPr id="2" name="Rectangle 1">
            <a:extLst>
              <a:ext uri="{FF2B5EF4-FFF2-40B4-BE49-F238E27FC236}">
                <a16:creationId xmlns:a16="http://schemas.microsoft.com/office/drawing/2014/main" id="{D37C3D38-1CD5-E5D9-C75E-8DC71B5C2048}"/>
              </a:ext>
            </a:extLst>
          </p:cNvPr>
          <p:cNvSpPr/>
          <p:nvPr/>
        </p:nvSpPr>
        <p:spPr>
          <a:xfrm>
            <a:off x="430549" y="1219398"/>
            <a:ext cx="2422490" cy="5211548"/>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rgbClr val="000000"/>
                </a:solidFill>
                <a:latin typeface="Avenir Book" panose="02000503020000020003" pitchFamily="2" charset="0"/>
              </a:rPr>
              <a:t>transaction_hist</a:t>
            </a:r>
            <a:endParaRPr lang="en-US" u="sng"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customer_country</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risk_score_onboard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account_id_from</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account_id_to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cust_device_id</a:t>
            </a:r>
            <a:endParaRPr lang="en-IN"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tran_device_id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debit_customer_id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credit_customer_id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merchant_id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acc_balance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tran_amount</a:t>
            </a:r>
            <a:endParaRPr lang="en-IN" sz="1500" dirty="0">
              <a:solidFill>
                <a:srgbClr val="000000"/>
              </a:solidFill>
              <a:latin typeface="Avenir Book" panose="02000503020000020003" pitchFamily="2" charset="0"/>
            </a:endParaRPr>
          </a:p>
          <a:p>
            <a:r>
              <a:rPr lang="en-IN" sz="1500" dirty="0">
                <a:solidFill>
                  <a:srgbClr val="000000"/>
                </a:solidFill>
                <a:latin typeface="Avenir Book" panose="02000503020000020003" pitchFamily="2" charset="0"/>
              </a:rPr>
              <a:t>currency</a:t>
            </a:r>
          </a:p>
          <a:p>
            <a:r>
              <a:rPr lang="en-IN" sz="1500" dirty="0" err="1">
                <a:solidFill>
                  <a:srgbClr val="000000"/>
                </a:solidFill>
                <a:latin typeface="Avenir Book" panose="02000503020000020003" pitchFamily="2" charset="0"/>
              </a:rPr>
              <a:t>tran_timestamp</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transaction_status</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tran_browser_info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tran_location_lat</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tran_location_long</a:t>
            </a:r>
            <a:endParaRPr lang="en-IN" sz="1500" dirty="0">
              <a:solidFill>
                <a:srgbClr val="000000"/>
              </a:solidFill>
              <a:latin typeface="Avenir Book" panose="02000503020000020003" pitchFamily="2" charset="0"/>
            </a:endParaRPr>
          </a:p>
        </p:txBody>
      </p:sp>
      <p:grpSp>
        <p:nvGrpSpPr>
          <p:cNvPr id="7" name="Group 6">
            <a:extLst>
              <a:ext uri="{FF2B5EF4-FFF2-40B4-BE49-F238E27FC236}">
                <a16:creationId xmlns:a16="http://schemas.microsoft.com/office/drawing/2014/main" id="{05CED9BE-C40A-50D1-6A3F-D2205C6974F8}"/>
              </a:ext>
            </a:extLst>
          </p:cNvPr>
          <p:cNvGrpSpPr/>
          <p:nvPr/>
        </p:nvGrpSpPr>
        <p:grpSpPr>
          <a:xfrm>
            <a:off x="6782931" y="1656653"/>
            <a:ext cx="4797825" cy="4604980"/>
            <a:chOff x="4256573" y="1506784"/>
            <a:chExt cx="4797825" cy="4604980"/>
          </a:xfrm>
        </p:grpSpPr>
        <p:sp>
          <p:nvSpPr>
            <p:cNvPr id="3" name="Rectangle 2">
              <a:extLst>
                <a:ext uri="{FF2B5EF4-FFF2-40B4-BE49-F238E27FC236}">
                  <a16:creationId xmlns:a16="http://schemas.microsoft.com/office/drawing/2014/main" id="{D9888E79-EBEB-0891-203D-E84A1EC19AC4}"/>
                </a:ext>
              </a:extLst>
            </p:cNvPr>
            <p:cNvSpPr/>
            <p:nvPr/>
          </p:nvSpPr>
          <p:spPr>
            <a:xfrm>
              <a:off x="4256573" y="1506784"/>
              <a:ext cx="2643291" cy="4604980"/>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rgbClr val="000000"/>
                  </a:solidFill>
                  <a:latin typeface="Avenir Book" panose="02000503020000020003" pitchFamily="2" charset="0"/>
                </a:rPr>
                <a:t>txn_hist_agg_cnt_5y</a:t>
              </a:r>
              <a:endParaRPr lang="en-US" u="sng"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cust_country</a:t>
              </a:r>
              <a:endParaRPr lang="en-IN" sz="1400" dirty="0">
                <a:solidFill>
                  <a:srgbClr val="000000"/>
                </a:solidFill>
                <a:latin typeface="Avenir Book" panose="02000503020000020003" pitchFamily="2" charset="0"/>
              </a:endParaRPr>
            </a:p>
            <a:p>
              <a:r>
                <a:rPr lang="en-IN" sz="1400" dirty="0">
                  <a:solidFill>
                    <a:srgbClr val="000000"/>
                  </a:solidFill>
                  <a:latin typeface="Avenir Book" panose="02000503020000020003" pitchFamily="2" charset="0"/>
                </a:rPr>
                <a:t>cross_country_txn_cnt_1Y</a:t>
              </a:r>
            </a:p>
            <a:p>
              <a:r>
                <a:rPr lang="en-IN" sz="1400" dirty="0">
                  <a:solidFill>
                    <a:srgbClr val="000000"/>
                  </a:solidFill>
                  <a:latin typeface="Avenir Book" panose="02000503020000020003" pitchFamily="2" charset="0"/>
                </a:rPr>
                <a:t>cross_country_txn_cnt_2Y</a:t>
              </a:r>
            </a:p>
            <a:p>
              <a:r>
                <a:rPr lang="en-IN" sz="1400" dirty="0">
                  <a:solidFill>
                    <a:srgbClr val="000000"/>
                  </a:solidFill>
                  <a:latin typeface="Avenir Book" panose="02000503020000020003" pitchFamily="2" charset="0"/>
                </a:rPr>
                <a:t>cross_country_txn_cnt_3Y</a:t>
              </a:r>
            </a:p>
            <a:p>
              <a:r>
                <a:rPr lang="en-IN" sz="1400" dirty="0">
                  <a:solidFill>
                    <a:srgbClr val="000000"/>
                  </a:solidFill>
                  <a:latin typeface="Avenir Book" panose="02000503020000020003" pitchFamily="2" charset="0"/>
                </a:rPr>
                <a:t>cross_country_txn_cnt_4Y</a:t>
              </a:r>
            </a:p>
            <a:p>
              <a:r>
                <a:rPr lang="en-IN" sz="1400" dirty="0">
                  <a:solidFill>
                    <a:srgbClr val="000000"/>
                  </a:solidFill>
                  <a:latin typeface="Avenir Book" panose="02000503020000020003" pitchFamily="2" charset="0"/>
                </a:rPr>
                <a:t>cross_country_txn_cnt_5Y</a:t>
              </a:r>
            </a:p>
            <a:p>
              <a:r>
                <a:rPr lang="en-IN" sz="1400" dirty="0">
                  <a:solidFill>
                    <a:srgbClr val="000000"/>
                  </a:solidFill>
                  <a:latin typeface="Avenir Book" panose="02000503020000020003" pitchFamily="2" charset="0"/>
                </a:rPr>
                <a:t>savings_txn_cnt_1Y</a:t>
              </a:r>
            </a:p>
            <a:p>
              <a:r>
                <a:rPr lang="en-IN" sz="1400" dirty="0">
                  <a:solidFill>
                    <a:srgbClr val="000000"/>
                  </a:solidFill>
                  <a:latin typeface="Avenir Book" panose="02000503020000020003" pitchFamily="2" charset="0"/>
                </a:rPr>
                <a:t>savings_txn_cnt_2Y</a:t>
              </a:r>
            </a:p>
            <a:p>
              <a:r>
                <a:rPr lang="en-IN" sz="1400" dirty="0">
                  <a:solidFill>
                    <a:srgbClr val="000000"/>
                  </a:solidFill>
                  <a:latin typeface="Avenir Book" panose="02000503020000020003" pitchFamily="2" charset="0"/>
                </a:rPr>
                <a:t>savings_txn_cnt_3Y</a:t>
              </a:r>
            </a:p>
            <a:p>
              <a:r>
                <a:rPr lang="en-IN" sz="1400" dirty="0">
                  <a:solidFill>
                    <a:srgbClr val="000000"/>
                  </a:solidFill>
                  <a:latin typeface="Avenir Book" panose="02000503020000020003" pitchFamily="2" charset="0"/>
                </a:rPr>
                <a:t>savings_txn_cnt_4Y</a:t>
              </a:r>
            </a:p>
            <a:p>
              <a:r>
                <a:rPr lang="en-IN" sz="1400" dirty="0">
                  <a:solidFill>
                    <a:srgbClr val="000000"/>
                  </a:solidFill>
                  <a:latin typeface="Avenir Book" panose="02000503020000020003" pitchFamily="2" charset="0"/>
                </a:rPr>
                <a:t>savings_txn_cnt_5Y</a:t>
              </a:r>
            </a:p>
            <a:p>
              <a:r>
                <a:rPr lang="en-IN" sz="1400" dirty="0">
                  <a:solidFill>
                    <a:srgbClr val="000000"/>
                  </a:solidFill>
                  <a:latin typeface="Avenir Book" panose="02000503020000020003" pitchFamily="2" charset="0"/>
                </a:rPr>
                <a:t>checking_txn_cnt_1Y</a:t>
              </a:r>
            </a:p>
            <a:p>
              <a:r>
                <a:rPr lang="en-IN" sz="1400" dirty="0">
                  <a:solidFill>
                    <a:srgbClr val="000000"/>
                  </a:solidFill>
                  <a:latin typeface="Avenir Book" panose="02000503020000020003" pitchFamily="2" charset="0"/>
                </a:rPr>
                <a:t>checking_txn_cnt_2Y</a:t>
              </a:r>
            </a:p>
            <a:p>
              <a:r>
                <a:rPr lang="en-IN" sz="1400" dirty="0">
                  <a:solidFill>
                    <a:srgbClr val="000000"/>
                  </a:solidFill>
                  <a:latin typeface="Avenir Book" panose="02000503020000020003" pitchFamily="2" charset="0"/>
                </a:rPr>
                <a:t>checking_txn_cnt_3Y</a:t>
              </a:r>
            </a:p>
            <a:p>
              <a:r>
                <a:rPr lang="en-IN" sz="1400" dirty="0">
                  <a:solidFill>
                    <a:srgbClr val="000000"/>
                  </a:solidFill>
                  <a:latin typeface="Avenir Book" panose="02000503020000020003" pitchFamily="2" charset="0"/>
                </a:rPr>
                <a:t>checking_txn_cnt_4Y</a:t>
              </a:r>
            </a:p>
            <a:p>
              <a:r>
                <a:rPr lang="en-IN" sz="1400" dirty="0">
                  <a:solidFill>
                    <a:srgbClr val="000000"/>
                  </a:solidFill>
                  <a:latin typeface="Avenir Book" panose="02000503020000020003" pitchFamily="2" charset="0"/>
                </a:rPr>
                <a:t>checking_txn_cnt_5Y</a:t>
              </a:r>
            </a:p>
          </p:txBody>
        </p:sp>
        <p:sp>
          <p:nvSpPr>
            <p:cNvPr id="4" name="Rectangle 3">
              <a:extLst>
                <a:ext uri="{FF2B5EF4-FFF2-40B4-BE49-F238E27FC236}">
                  <a16:creationId xmlns:a16="http://schemas.microsoft.com/office/drawing/2014/main" id="{246ECD58-1987-A956-381B-EF66E66C2D0D}"/>
                </a:ext>
              </a:extLst>
            </p:cNvPr>
            <p:cNvSpPr/>
            <p:nvPr/>
          </p:nvSpPr>
          <p:spPr>
            <a:xfrm>
              <a:off x="6899864" y="2142890"/>
              <a:ext cx="2154534" cy="3499371"/>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rgbClr val="000000"/>
                  </a:solidFill>
                  <a:latin typeface="Avenir Book" panose="02000503020000020003" pitchFamily="2" charset="0"/>
                </a:rPr>
                <a:t>credcard_txn_cnt_1Y</a:t>
              </a:r>
            </a:p>
            <a:p>
              <a:r>
                <a:rPr lang="en-IN" sz="1400" dirty="0">
                  <a:solidFill>
                    <a:srgbClr val="000000"/>
                  </a:solidFill>
                  <a:latin typeface="Avenir Book" panose="02000503020000020003" pitchFamily="2" charset="0"/>
                </a:rPr>
                <a:t>credcard_txn_cnt_2Y</a:t>
              </a:r>
            </a:p>
            <a:p>
              <a:r>
                <a:rPr lang="en-IN" sz="1400" dirty="0">
                  <a:solidFill>
                    <a:srgbClr val="000000"/>
                  </a:solidFill>
                  <a:latin typeface="Avenir Book" panose="02000503020000020003" pitchFamily="2" charset="0"/>
                </a:rPr>
                <a:t>credcard_txn_cnt_3Y</a:t>
              </a:r>
            </a:p>
            <a:p>
              <a:r>
                <a:rPr lang="en-IN" sz="1400" dirty="0">
                  <a:solidFill>
                    <a:srgbClr val="000000"/>
                  </a:solidFill>
                  <a:latin typeface="Avenir Book" panose="02000503020000020003" pitchFamily="2" charset="0"/>
                </a:rPr>
                <a:t>credcard_txn_cnt_4Y</a:t>
              </a:r>
            </a:p>
            <a:p>
              <a:r>
                <a:rPr lang="en-IN" sz="1400" dirty="0">
                  <a:solidFill>
                    <a:srgbClr val="000000"/>
                  </a:solidFill>
                  <a:latin typeface="Avenir Book" panose="02000503020000020003" pitchFamily="2" charset="0"/>
                </a:rPr>
                <a:t>credcard_txn_cnt_5Y</a:t>
              </a:r>
            </a:p>
            <a:p>
              <a:r>
                <a:rPr lang="en-IN" sz="1400" dirty="0">
                  <a:solidFill>
                    <a:srgbClr val="000000"/>
                  </a:solidFill>
                  <a:latin typeface="Avenir Book" panose="02000503020000020003" pitchFamily="2" charset="0"/>
                </a:rPr>
                <a:t>debtcard_txn_cnt_1Y</a:t>
              </a:r>
            </a:p>
            <a:p>
              <a:r>
                <a:rPr lang="en-IN" sz="1400" dirty="0">
                  <a:solidFill>
                    <a:srgbClr val="000000"/>
                  </a:solidFill>
                  <a:latin typeface="Avenir Book" panose="02000503020000020003" pitchFamily="2" charset="0"/>
                </a:rPr>
                <a:t>debtcard_txn_cnt_2Y</a:t>
              </a:r>
            </a:p>
            <a:p>
              <a:r>
                <a:rPr lang="en-IN" sz="1400" dirty="0">
                  <a:solidFill>
                    <a:srgbClr val="000000"/>
                  </a:solidFill>
                  <a:latin typeface="Avenir Book" panose="02000503020000020003" pitchFamily="2" charset="0"/>
                </a:rPr>
                <a:t>debtcard_txn_cnt_3Y</a:t>
              </a:r>
            </a:p>
            <a:p>
              <a:r>
                <a:rPr lang="en-IN" sz="1400" dirty="0">
                  <a:solidFill>
                    <a:srgbClr val="000000"/>
                  </a:solidFill>
                  <a:latin typeface="Avenir Book" panose="02000503020000020003" pitchFamily="2" charset="0"/>
                </a:rPr>
                <a:t>debtcard_txn_cnt_4Y</a:t>
              </a:r>
            </a:p>
            <a:p>
              <a:r>
                <a:rPr lang="en-IN" sz="1400" dirty="0">
                  <a:solidFill>
                    <a:srgbClr val="000000"/>
                  </a:solidFill>
                  <a:latin typeface="Avenir Book" panose="02000503020000020003" pitchFamily="2" charset="0"/>
                </a:rPr>
                <a:t>debtcard_txn_cnt_5Y</a:t>
              </a:r>
            </a:p>
            <a:p>
              <a:r>
                <a:rPr lang="en-IN" sz="1400" dirty="0">
                  <a:solidFill>
                    <a:srgbClr val="000000"/>
                  </a:solidFill>
                  <a:latin typeface="Avenir Book" panose="02000503020000020003" pitchFamily="2" charset="0"/>
                </a:rPr>
                <a:t>devc_mismtch_cnt_1Y</a:t>
              </a:r>
            </a:p>
            <a:p>
              <a:r>
                <a:rPr lang="en-IN" sz="1400" dirty="0">
                  <a:solidFill>
                    <a:srgbClr val="000000"/>
                  </a:solidFill>
                  <a:latin typeface="Avenir Book" panose="02000503020000020003" pitchFamily="2" charset="0"/>
                </a:rPr>
                <a:t>devc_mismtch_cnt_2Y</a:t>
              </a:r>
            </a:p>
            <a:p>
              <a:r>
                <a:rPr lang="en-IN" sz="1400" dirty="0">
                  <a:solidFill>
                    <a:srgbClr val="000000"/>
                  </a:solidFill>
                  <a:latin typeface="Avenir Book" panose="02000503020000020003" pitchFamily="2" charset="0"/>
                </a:rPr>
                <a:t>devc_mismtch_cnt_3Y</a:t>
              </a:r>
            </a:p>
            <a:p>
              <a:r>
                <a:rPr lang="en-IN" sz="1400" dirty="0">
                  <a:solidFill>
                    <a:srgbClr val="000000"/>
                  </a:solidFill>
                  <a:latin typeface="Avenir Book" panose="02000503020000020003" pitchFamily="2" charset="0"/>
                </a:rPr>
                <a:t>devc_mismtch_cnt_4Y</a:t>
              </a:r>
            </a:p>
            <a:p>
              <a:r>
                <a:rPr lang="en-IN" sz="1400" dirty="0">
                  <a:solidFill>
                    <a:srgbClr val="000000"/>
                  </a:solidFill>
                  <a:latin typeface="Avenir Book" panose="02000503020000020003" pitchFamily="2" charset="0"/>
                </a:rPr>
                <a:t>devc_mismtch_cnt_5Y</a:t>
              </a:r>
            </a:p>
          </p:txBody>
        </p:sp>
      </p:grpSp>
      <p:sp>
        <p:nvSpPr>
          <p:cNvPr id="8" name="Rounded Rectangle 7">
            <a:extLst>
              <a:ext uri="{FF2B5EF4-FFF2-40B4-BE49-F238E27FC236}">
                <a16:creationId xmlns:a16="http://schemas.microsoft.com/office/drawing/2014/main" id="{55EBBA8E-16B3-BDC5-554C-74B9A66F1859}"/>
              </a:ext>
            </a:extLst>
          </p:cNvPr>
          <p:cNvSpPr/>
          <p:nvPr/>
        </p:nvSpPr>
        <p:spPr>
          <a:xfrm>
            <a:off x="3922896" y="3530166"/>
            <a:ext cx="1672670" cy="857955"/>
          </a:xfrm>
          <a:prstGeom prst="round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Spark Batch Processing</a:t>
            </a:r>
          </a:p>
        </p:txBody>
      </p:sp>
      <p:sp>
        <p:nvSpPr>
          <p:cNvPr id="9" name="Right Arrow 8">
            <a:extLst>
              <a:ext uri="{FF2B5EF4-FFF2-40B4-BE49-F238E27FC236}">
                <a16:creationId xmlns:a16="http://schemas.microsoft.com/office/drawing/2014/main" id="{2DC12BF3-344C-099B-8EEE-8AC443BCDF6F}"/>
              </a:ext>
            </a:extLst>
          </p:cNvPr>
          <p:cNvSpPr/>
          <p:nvPr/>
        </p:nvSpPr>
        <p:spPr>
          <a:xfrm>
            <a:off x="2959697" y="3795454"/>
            <a:ext cx="867830" cy="327378"/>
          </a:xfrm>
          <a:prstGeom prst="rightArrow">
            <a:avLst>
              <a:gd name="adj1" fmla="val 50000"/>
              <a:gd name="adj2" fmla="val 9482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10" name="Right Arrow 9">
            <a:extLst>
              <a:ext uri="{FF2B5EF4-FFF2-40B4-BE49-F238E27FC236}">
                <a16:creationId xmlns:a16="http://schemas.microsoft.com/office/drawing/2014/main" id="{D6F7E6B3-6403-ABFB-95B6-B933DC367B29}"/>
              </a:ext>
            </a:extLst>
          </p:cNvPr>
          <p:cNvSpPr/>
          <p:nvPr/>
        </p:nvSpPr>
        <p:spPr>
          <a:xfrm>
            <a:off x="5689600" y="3795455"/>
            <a:ext cx="830239" cy="327378"/>
          </a:xfrm>
          <a:prstGeom prst="rightArrow">
            <a:avLst>
              <a:gd name="adj1" fmla="val 50000"/>
              <a:gd name="adj2" fmla="val 9482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Tree>
    <p:extLst>
      <p:ext uri="{BB962C8B-B14F-4D97-AF65-F5344CB8AC3E}">
        <p14:creationId xmlns:p14="http://schemas.microsoft.com/office/powerpoint/2010/main" val="43924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F341100-B226-08FF-B317-971B2ACD677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C302D1-9092-4265-5359-CA92E767A3E4}"/>
              </a:ext>
            </a:extLst>
          </p:cNvPr>
          <p:cNvSpPr>
            <a:spLocks noGrp="1"/>
          </p:cNvSpPr>
          <p:nvPr>
            <p:ph type="ftr" sz="quarter" idx="11"/>
          </p:nvPr>
        </p:nvSpPr>
        <p:spPr>
          <a:xfrm>
            <a:off x="8904933" y="6356349"/>
            <a:ext cx="2154534" cy="365125"/>
          </a:xfrm>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3655D9A3-CB29-9365-E48C-5E092CB061DF}"/>
              </a:ext>
            </a:extLst>
          </p:cNvPr>
          <p:cNvSpPr>
            <a:spLocks noGrp="1"/>
          </p:cNvSpPr>
          <p:nvPr>
            <p:ph type="sldNum" sz="quarter" idx="12"/>
          </p:nvPr>
        </p:nvSpPr>
        <p:spPr/>
        <p:txBody>
          <a:bodyPr/>
          <a:lstStyle/>
          <a:p>
            <a:fld id="{CC057153-B650-4DEB-B370-79DDCFDCE934}" type="slidenum">
              <a:rPr lang="en-US" smtClean="0"/>
              <a:pPr/>
              <a:t>6</a:t>
            </a:fld>
            <a:endParaRPr lang="en-US" dirty="0"/>
          </a:p>
        </p:txBody>
      </p:sp>
      <p:sp>
        <p:nvSpPr>
          <p:cNvPr id="14" name="Title 1">
            <a:extLst>
              <a:ext uri="{FF2B5EF4-FFF2-40B4-BE49-F238E27FC236}">
                <a16:creationId xmlns:a16="http://schemas.microsoft.com/office/drawing/2014/main" id="{B37FAECE-C6C7-2D14-909C-F9E0ECA43CC4}"/>
              </a:ext>
            </a:extLst>
          </p:cNvPr>
          <p:cNvSpPr txBox="1">
            <a:spLocks/>
          </p:cNvSpPr>
          <p:nvPr/>
        </p:nvSpPr>
        <p:spPr>
          <a:xfrm>
            <a:off x="256158" y="-62278"/>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Transaction Geography Table</a:t>
            </a:r>
          </a:p>
        </p:txBody>
      </p:sp>
      <p:sp>
        <p:nvSpPr>
          <p:cNvPr id="3" name="Rectangle 2">
            <a:extLst>
              <a:ext uri="{FF2B5EF4-FFF2-40B4-BE49-F238E27FC236}">
                <a16:creationId xmlns:a16="http://schemas.microsoft.com/office/drawing/2014/main" id="{89C17607-A622-C01D-B14C-5BF345468105}"/>
              </a:ext>
            </a:extLst>
          </p:cNvPr>
          <p:cNvSpPr/>
          <p:nvPr/>
        </p:nvSpPr>
        <p:spPr>
          <a:xfrm>
            <a:off x="9287496" y="1840112"/>
            <a:ext cx="2422491" cy="3094974"/>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rgbClr val="000000"/>
                </a:solidFill>
                <a:latin typeface="Avenir Book" panose="02000503020000020003" pitchFamily="2" charset="0"/>
              </a:rPr>
              <a:t>txn_geography_dtl</a:t>
            </a:r>
            <a:endParaRPr lang="en-US" u="sng"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txn_dist_from_base</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cust_device_id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txn_device_id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device_mismatch</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cust_country</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txn_country</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txn_currency</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browser_used</a:t>
            </a:r>
            <a:endParaRPr lang="en-IN" sz="1400" dirty="0">
              <a:solidFill>
                <a:srgbClr val="000000"/>
              </a:solidFill>
              <a:latin typeface="Avenir Book" panose="02000503020000020003" pitchFamily="2" charset="0"/>
            </a:endParaRPr>
          </a:p>
          <a:p>
            <a:endParaRPr lang="en-IN" sz="1400" dirty="0">
              <a:solidFill>
                <a:srgbClr val="000000"/>
              </a:solidFill>
              <a:latin typeface="Avenir Book" panose="02000503020000020003" pitchFamily="2" charset="0"/>
            </a:endParaRPr>
          </a:p>
        </p:txBody>
      </p:sp>
      <p:sp>
        <p:nvSpPr>
          <p:cNvPr id="8" name="Rounded Rectangle 7">
            <a:extLst>
              <a:ext uri="{FF2B5EF4-FFF2-40B4-BE49-F238E27FC236}">
                <a16:creationId xmlns:a16="http://schemas.microsoft.com/office/drawing/2014/main" id="{E5CF3AA4-33D5-0FDC-F4B4-A29BECC77759}"/>
              </a:ext>
            </a:extLst>
          </p:cNvPr>
          <p:cNvSpPr/>
          <p:nvPr/>
        </p:nvSpPr>
        <p:spPr>
          <a:xfrm>
            <a:off x="6416261" y="3000022"/>
            <a:ext cx="1672670" cy="857955"/>
          </a:xfrm>
          <a:prstGeom prst="round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Spark Batch Processing</a:t>
            </a:r>
          </a:p>
        </p:txBody>
      </p:sp>
      <p:sp>
        <p:nvSpPr>
          <p:cNvPr id="9" name="Right Arrow 8">
            <a:extLst>
              <a:ext uri="{FF2B5EF4-FFF2-40B4-BE49-F238E27FC236}">
                <a16:creationId xmlns:a16="http://schemas.microsoft.com/office/drawing/2014/main" id="{81B50B8A-A179-87E0-B350-76BCC85C05F4}"/>
              </a:ext>
            </a:extLst>
          </p:cNvPr>
          <p:cNvSpPr/>
          <p:nvPr/>
        </p:nvSpPr>
        <p:spPr>
          <a:xfrm>
            <a:off x="5458648" y="3265311"/>
            <a:ext cx="867830" cy="327378"/>
          </a:xfrm>
          <a:prstGeom prst="rightArrow">
            <a:avLst>
              <a:gd name="adj1" fmla="val 50000"/>
              <a:gd name="adj2" fmla="val 9482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10" name="Right Arrow 9">
            <a:extLst>
              <a:ext uri="{FF2B5EF4-FFF2-40B4-BE49-F238E27FC236}">
                <a16:creationId xmlns:a16="http://schemas.microsoft.com/office/drawing/2014/main" id="{AEA13F1F-1443-37C1-4746-CFC605909983}"/>
              </a:ext>
            </a:extLst>
          </p:cNvPr>
          <p:cNvSpPr/>
          <p:nvPr/>
        </p:nvSpPr>
        <p:spPr>
          <a:xfrm>
            <a:off x="8200904" y="3265311"/>
            <a:ext cx="830239" cy="327378"/>
          </a:xfrm>
          <a:prstGeom prst="rightArrow">
            <a:avLst>
              <a:gd name="adj1" fmla="val 50000"/>
              <a:gd name="adj2" fmla="val 9482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11" name="Rectangle 10">
            <a:extLst>
              <a:ext uri="{FF2B5EF4-FFF2-40B4-BE49-F238E27FC236}">
                <a16:creationId xmlns:a16="http://schemas.microsoft.com/office/drawing/2014/main" id="{944BF606-708F-D60B-42BF-2E64689A0200}"/>
              </a:ext>
            </a:extLst>
          </p:cNvPr>
          <p:cNvSpPr/>
          <p:nvPr/>
        </p:nvSpPr>
        <p:spPr>
          <a:xfrm>
            <a:off x="482013" y="905003"/>
            <a:ext cx="2092522" cy="2890451"/>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rgbClr val="000000"/>
                </a:solidFill>
                <a:latin typeface="Avenir Book" panose="02000503020000020003" pitchFamily="2" charset="0"/>
              </a:rPr>
              <a:t>Transaction</a:t>
            </a:r>
            <a:endParaRPr lang="en-US" u="sng"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transaction_id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account_id_from</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account_id_to</a:t>
            </a:r>
            <a:endParaRPr lang="en-IN" sz="1400" dirty="0">
              <a:solidFill>
                <a:srgbClr val="000000"/>
              </a:solidFill>
              <a:latin typeface="Avenir Book" panose="02000503020000020003" pitchFamily="2" charset="0"/>
            </a:endParaRPr>
          </a:p>
          <a:p>
            <a:r>
              <a:rPr lang="en-US" sz="1400" dirty="0" err="1">
                <a:solidFill>
                  <a:srgbClr val="000000"/>
                </a:solidFill>
                <a:latin typeface="Avenir Book" panose="02000503020000020003" pitchFamily="2" charset="0"/>
              </a:rPr>
              <a:t>tran_device_id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merchant_id</a:t>
            </a:r>
            <a:endParaRPr lang="en-IN" sz="1400" dirty="0">
              <a:solidFill>
                <a:srgbClr val="000000"/>
              </a:solidFill>
              <a:latin typeface="Avenir Book" panose="02000503020000020003" pitchFamily="2" charset="0"/>
            </a:endParaRPr>
          </a:p>
          <a:p>
            <a:r>
              <a:rPr lang="en-IN" sz="1400" dirty="0">
                <a:solidFill>
                  <a:srgbClr val="000000"/>
                </a:solidFill>
                <a:latin typeface="Avenir Book" panose="02000503020000020003" pitchFamily="2" charset="0"/>
              </a:rPr>
              <a:t>amount</a:t>
            </a:r>
          </a:p>
          <a:p>
            <a:r>
              <a:rPr lang="en-IN" sz="1400" dirty="0" err="1">
                <a:solidFill>
                  <a:srgbClr val="000000"/>
                </a:solidFill>
                <a:latin typeface="Avenir Book" panose="02000503020000020003" pitchFamily="2" charset="0"/>
              </a:rPr>
              <a:t>tran_timestamp</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transaction_type</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transaction_status</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tran_browser_info</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tran_location_lat</a:t>
            </a:r>
            <a:endParaRPr lang="en-IN" sz="14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tran_location_long</a:t>
            </a:r>
            <a:endParaRPr lang="en-IN" sz="1500" dirty="0">
              <a:solidFill>
                <a:srgbClr val="000000"/>
              </a:solidFill>
              <a:latin typeface="Avenir Book" panose="02000503020000020003" pitchFamily="2" charset="0"/>
            </a:endParaRPr>
          </a:p>
        </p:txBody>
      </p:sp>
      <p:sp>
        <p:nvSpPr>
          <p:cNvPr id="12" name="Rectangle 11">
            <a:extLst>
              <a:ext uri="{FF2B5EF4-FFF2-40B4-BE49-F238E27FC236}">
                <a16:creationId xmlns:a16="http://schemas.microsoft.com/office/drawing/2014/main" id="{8B04CFBC-379A-846C-EC8B-13614DD8B113}"/>
              </a:ext>
            </a:extLst>
          </p:cNvPr>
          <p:cNvSpPr/>
          <p:nvPr/>
        </p:nvSpPr>
        <p:spPr>
          <a:xfrm>
            <a:off x="482013" y="3943578"/>
            <a:ext cx="2092522" cy="2777896"/>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rgbClr val="000000"/>
                </a:solidFill>
                <a:latin typeface="Avenir Book" panose="02000503020000020003" pitchFamily="2" charset="0"/>
              </a:rPr>
              <a:t>Customer</a:t>
            </a:r>
            <a:endParaRPr lang="en-US" u="sng"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customer_id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date_of_birth</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country_of_residence</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cust_location_lat</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cust_location_long</a:t>
            </a:r>
            <a:endParaRPr lang="en-IN" sz="1400" dirty="0">
              <a:solidFill>
                <a:srgbClr val="000000"/>
              </a:solidFill>
              <a:latin typeface="Avenir Book" panose="02000503020000020003" pitchFamily="2" charset="0"/>
            </a:endParaRPr>
          </a:p>
          <a:p>
            <a:r>
              <a:rPr lang="en-IN" sz="1400" dirty="0">
                <a:solidFill>
                  <a:srgbClr val="000000"/>
                </a:solidFill>
                <a:latin typeface="Avenir Book" panose="02000503020000020003" pitchFamily="2" charset="0"/>
              </a:rPr>
              <a:t>email</a:t>
            </a:r>
          </a:p>
          <a:p>
            <a:r>
              <a:rPr lang="en-IN" sz="1400" dirty="0" err="1">
                <a:solidFill>
                  <a:srgbClr val="000000"/>
                </a:solidFill>
                <a:latin typeface="Avenir Book" panose="02000503020000020003" pitchFamily="2" charset="0"/>
              </a:rPr>
              <a:t>kyc_status</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risk_score_onboard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customer_segment</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creation_date</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customer_device_id</a:t>
            </a:r>
            <a:endParaRPr lang="en-IN" sz="1400" dirty="0">
              <a:solidFill>
                <a:srgbClr val="000000"/>
              </a:solidFill>
              <a:latin typeface="Avenir Book" panose="02000503020000020003" pitchFamily="2" charset="0"/>
            </a:endParaRPr>
          </a:p>
        </p:txBody>
      </p:sp>
      <p:sp>
        <p:nvSpPr>
          <p:cNvPr id="2" name="Rectangle 1">
            <a:extLst>
              <a:ext uri="{FF2B5EF4-FFF2-40B4-BE49-F238E27FC236}">
                <a16:creationId xmlns:a16="http://schemas.microsoft.com/office/drawing/2014/main" id="{CFB21337-3D8E-0B67-D6C8-5BD00ECBE8E5}"/>
              </a:ext>
            </a:extLst>
          </p:cNvPr>
          <p:cNvSpPr/>
          <p:nvPr/>
        </p:nvSpPr>
        <p:spPr>
          <a:xfrm>
            <a:off x="2705423" y="1104098"/>
            <a:ext cx="2422490" cy="5211548"/>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rgbClr val="000000"/>
                </a:solidFill>
                <a:latin typeface="Avenir Book" panose="02000503020000020003" pitchFamily="2" charset="0"/>
              </a:rPr>
              <a:t>transaction_hist</a:t>
            </a:r>
            <a:endParaRPr lang="en-US" u="sng"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customer_country</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risk_score_onboard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account_id_from</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account_id_to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cust_device_id</a:t>
            </a:r>
            <a:endParaRPr lang="en-IN"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tran_device_id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debit_customer_id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credit_customer_id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merchant_id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acc_balance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tran_amount</a:t>
            </a:r>
            <a:endParaRPr lang="en-IN" sz="1500" dirty="0">
              <a:solidFill>
                <a:srgbClr val="000000"/>
              </a:solidFill>
              <a:latin typeface="Avenir Book" panose="02000503020000020003" pitchFamily="2" charset="0"/>
            </a:endParaRPr>
          </a:p>
          <a:p>
            <a:r>
              <a:rPr lang="en-IN" sz="1500" dirty="0">
                <a:solidFill>
                  <a:srgbClr val="000000"/>
                </a:solidFill>
                <a:latin typeface="Avenir Book" panose="02000503020000020003" pitchFamily="2" charset="0"/>
              </a:rPr>
              <a:t>currency</a:t>
            </a:r>
          </a:p>
          <a:p>
            <a:r>
              <a:rPr lang="en-IN" sz="1500" dirty="0" err="1">
                <a:solidFill>
                  <a:srgbClr val="000000"/>
                </a:solidFill>
                <a:latin typeface="Avenir Book" panose="02000503020000020003" pitchFamily="2" charset="0"/>
              </a:rPr>
              <a:t>tran_timestamp</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transaction_status</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tran_browser_info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tran_location_lat</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tran_location_long</a:t>
            </a:r>
            <a:endParaRPr lang="en-IN" sz="1500" dirty="0">
              <a:solidFill>
                <a:srgbClr val="000000"/>
              </a:solidFill>
              <a:latin typeface="Avenir Book" panose="02000503020000020003" pitchFamily="2" charset="0"/>
            </a:endParaRPr>
          </a:p>
        </p:txBody>
      </p:sp>
    </p:spTree>
    <p:extLst>
      <p:ext uri="{BB962C8B-B14F-4D97-AF65-F5344CB8AC3E}">
        <p14:creationId xmlns:p14="http://schemas.microsoft.com/office/powerpoint/2010/main" val="3657510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72C6FCC8-AE58-DF91-93F5-8CBE23D7769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FA4EF0B-18F6-16E9-6DD6-A46DFC2B2D2C}"/>
              </a:ext>
            </a:extLst>
          </p:cNvPr>
          <p:cNvSpPr>
            <a:spLocks noGrp="1"/>
          </p:cNvSpPr>
          <p:nvPr>
            <p:ph type="ftr" sz="quarter" idx="11"/>
          </p:nvPr>
        </p:nvSpPr>
        <p:spPr>
          <a:xfrm>
            <a:off x="8904933" y="6356349"/>
            <a:ext cx="2154534" cy="365125"/>
          </a:xfrm>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67DDC34C-80FA-ED1B-8F91-8B55321EDA7E}"/>
              </a:ext>
            </a:extLst>
          </p:cNvPr>
          <p:cNvSpPr>
            <a:spLocks noGrp="1"/>
          </p:cNvSpPr>
          <p:nvPr>
            <p:ph type="sldNum" sz="quarter" idx="12"/>
          </p:nvPr>
        </p:nvSpPr>
        <p:spPr/>
        <p:txBody>
          <a:bodyPr/>
          <a:lstStyle/>
          <a:p>
            <a:fld id="{CC057153-B650-4DEB-B370-79DDCFDCE934}" type="slidenum">
              <a:rPr lang="en-US" smtClean="0"/>
              <a:pPr/>
              <a:t>7</a:t>
            </a:fld>
            <a:endParaRPr lang="en-US" dirty="0"/>
          </a:p>
        </p:txBody>
      </p:sp>
      <p:sp>
        <p:nvSpPr>
          <p:cNvPr id="14" name="Title 1">
            <a:extLst>
              <a:ext uri="{FF2B5EF4-FFF2-40B4-BE49-F238E27FC236}">
                <a16:creationId xmlns:a16="http://schemas.microsoft.com/office/drawing/2014/main" id="{872ADED1-ED70-9C41-3E87-3AB8B33D7F54}"/>
              </a:ext>
            </a:extLst>
          </p:cNvPr>
          <p:cNvSpPr txBox="1">
            <a:spLocks/>
          </p:cNvSpPr>
          <p:nvPr/>
        </p:nvSpPr>
        <p:spPr>
          <a:xfrm>
            <a:off x="256158" y="-62278"/>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Risk Score Table</a:t>
            </a:r>
          </a:p>
        </p:txBody>
      </p:sp>
      <p:sp>
        <p:nvSpPr>
          <p:cNvPr id="3" name="Rectangle 2">
            <a:extLst>
              <a:ext uri="{FF2B5EF4-FFF2-40B4-BE49-F238E27FC236}">
                <a16:creationId xmlns:a16="http://schemas.microsoft.com/office/drawing/2014/main" id="{1F384099-F134-D4C8-FA4C-91DF7A872CAB}"/>
              </a:ext>
            </a:extLst>
          </p:cNvPr>
          <p:cNvSpPr/>
          <p:nvPr/>
        </p:nvSpPr>
        <p:spPr>
          <a:xfrm>
            <a:off x="256158" y="2420954"/>
            <a:ext cx="1934383" cy="1321373"/>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rgbClr val="000000"/>
                </a:solidFill>
                <a:latin typeface="Avenir Book" panose="02000503020000020003" pitchFamily="2" charset="0"/>
              </a:rPr>
              <a:t>txn_geography_dtl</a:t>
            </a:r>
            <a:endParaRPr lang="en-US"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txn_dist_from_base</a:t>
            </a:r>
            <a:endParaRPr lang="en-IN" sz="1400" dirty="0">
              <a:solidFill>
                <a:srgbClr val="000000"/>
              </a:solidFill>
              <a:latin typeface="Avenir Book" panose="02000503020000020003" pitchFamily="2" charset="0"/>
            </a:endParaRPr>
          </a:p>
          <a:p>
            <a:r>
              <a:rPr lang="en-IN" sz="1400" dirty="0">
                <a:solidFill>
                  <a:srgbClr val="000000"/>
                </a:solidFill>
                <a:latin typeface="Avenir Book" panose="02000503020000020003" pitchFamily="2" charset="0"/>
              </a:rPr>
              <a:t>…</a:t>
            </a:r>
          </a:p>
        </p:txBody>
      </p:sp>
      <p:sp>
        <p:nvSpPr>
          <p:cNvPr id="8" name="Rounded Rectangle 7">
            <a:extLst>
              <a:ext uri="{FF2B5EF4-FFF2-40B4-BE49-F238E27FC236}">
                <a16:creationId xmlns:a16="http://schemas.microsoft.com/office/drawing/2014/main" id="{0A0EEE00-E35F-747A-B6F8-B5BA0494B20D}"/>
              </a:ext>
            </a:extLst>
          </p:cNvPr>
          <p:cNvSpPr/>
          <p:nvPr/>
        </p:nvSpPr>
        <p:spPr>
          <a:xfrm>
            <a:off x="2474767" y="1120138"/>
            <a:ext cx="1394087" cy="523522"/>
          </a:xfrm>
          <a:prstGeom prst="round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Spark SQL</a:t>
            </a:r>
          </a:p>
        </p:txBody>
      </p:sp>
      <p:sp>
        <p:nvSpPr>
          <p:cNvPr id="10" name="Right Arrow 9">
            <a:extLst>
              <a:ext uri="{FF2B5EF4-FFF2-40B4-BE49-F238E27FC236}">
                <a16:creationId xmlns:a16="http://schemas.microsoft.com/office/drawing/2014/main" id="{7EC2B9CC-288C-9095-BD6A-5B44A99B1775}"/>
              </a:ext>
            </a:extLst>
          </p:cNvPr>
          <p:cNvSpPr/>
          <p:nvPr/>
        </p:nvSpPr>
        <p:spPr>
          <a:xfrm rot="5400000">
            <a:off x="2788281" y="1868618"/>
            <a:ext cx="658112" cy="327378"/>
          </a:xfrm>
          <a:prstGeom prst="rightArrow">
            <a:avLst>
              <a:gd name="adj1" fmla="val 50000"/>
              <a:gd name="adj2" fmla="val 9482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 name="Rectangle 1">
            <a:extLst>
              <a:ext uri="{FF2B5EF4-FFF2-40B4-BE49-F238E27FC236}">
                <a16:creationId xmlns:a16="http://schemas.microsoft.com/office/drawing/2014/main" id="{2B9C872A-939C-E21B-A17E-AD58F81DB14E}"/>
              </a:ext>
            </a:extLst>
          </p:cNvPr>
          <p:cNvSpPr/>
          <p:nvPr/>
        </p:nvSpPr>
        <p:spPr>
          <a:xfrm>
            <a:off x="256157" y="3811471"/>
            <a:ext cx="1934384" cy="1321511"/>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rgbClr val="000000"/>
                </a:solidFill>
                <a:latin typeface="Avenir Book" panose="02000503020000020003" pitchFamily="2" charset="0"/>
              </a:rPr>
              <a:t>transaction_hist</a:t>
            </a:r>
            <a:endParaRPr lang="en-US"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customer_country</a:t>
            </a:r>
            <a:endParaRPr lang="en-IN" sz="1500" dirty="0">
              <a:solidFill>
                <a:srgbClr val="000000"/>
              </a:solidFill>
              <a:latin typeface="Avenir Book" panose="02000503020000020003" pitchFamily="2" charset="0"/>
            </a:endParaRPr>
          </a:p>
          <a:p>
            <a:r>
              <a:rPr lang="en-US" sz="1500" dirty="0">
                <a:solidFill>
                  <a:srgbClr val="000000"/>
                </a:solidFill>
                <a:latin typeface="Avenir Book" panose="02000503020000020003" pitchFamily="2" charset="0"/>
              </a:rPr>
              <a:t>…</a:t>
            </a:r>
            <a:endParaRPr lang="en-IN" sz="1500" dirty="0">
              <a:solidFill>
                <a:srgbClr val="000000"/>
              </a:solidFill>
              <a:latin typeface="Avenir Book" panose="02000503020000020003" pitchFamily="2" charset="0"/>
            </a:endParaRPr>
          </a:p>
        </p:txBody>
      </p:sp>
      <p:sp>
        <p:nvSpPr>
          <p:cNvPr id="7" name="Rectangle 6">
            <a:extLst>
              <a:ext uri="{FF2B5EF4-FFF2-40B4-BE49-F238E27FC236}">
                <a16:creationId xmlns:a16="http://schemas.microsoft.com/office/drawing/2014/main" id="{16D756F8-615F-57DF-BA75-232C70EE51BD}"/>
              </a:ext>
            </a:extLst>
          </p:cNvPr>
          <p:cNvSpPr/>
          <p:nvPr/>
        </p:nvSpPr>
        <p:spPr>
          <a:xfrm>
            <a:off x="256159" y="1130639"/>
            <a:ext cx="1934382" cy="1230724"/>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rgbClr val="000000"/>
                </a:solidFill>
                <a:latin typeface="Avenir Book" panose="02000503020000020003" pitchFamily="2" charset="0"/>
              </a:rPr>
              <a:t>txn_hist_agg_cnt_5y</a:t>
            </a:r>
          </a:p>
          <a:p>
            <a:r>
              <a:rPr lang="en-IN" sz="1400" dirty="0" err="1">
                <a:solidFill>
                  <a:srgbClr val="000000"/>
                </a:solidFill>
                <a:latin typeface="Avenir Book" panose="02000503020000020003" pitchFamily="2" charset="0"/>
              </a:rPr>
              <a:t>cust_id</a:t>
            </a:r>
            <a:endParaRPr lang="en-IN" sz="1400" dirty="0">
              <a:solidFill>
                <a:srgbClr val="000000"/>
              </a:solidFill>
              <a:latin typeface="Avenir Book" panose="02000503020000020003" pitchFamily="2" charset="0"/>
            </a:endParaRPr>
          </a:p>
          <a:p>
            <a:r>
              <a:rPr lang="en-IN" sz="1400" dirty="0" err="1">
                <a:solidFill>
                  <a:srgbClr val="000000"/>
                </a:solidFill>
                <a:latin typeface="Avenir Book" panose="02000503020000020003" pitchFamily="2" charset="0"/>
              </a:rPr>
              <a:t>cust_country</a:t>
            </a:r>
            <a:endParaRPr lang="en-IN" sz="1400" dirty="0">
              <a:solidFill>
                <a:srgbClr val="000000"/>
              </a:solidFill>
              <a:latin typeface="Avenir Book" panose="02000503020000020003" pitchFamily="2" charset="0"/>
            </a:endParaRPr>
          </a:p>
          <a:p>
            <a:r>
              <a:rPr lang="en-IN" sz="1400" dirty="0">
                <a:solidFill>
                  <a:srgbClr val="000000"/>
                </a:solidFill>
                <a:latin typeface="Avenir Book" panose="02000503020000020003" pitchFamily="2" charset="0"/>
              </a:rPr>
              <a:t>…</a:t>
            </a:r>
          </a:p>
        </p:txBody>
      </p:sp>
      <p:sp>
        <p:nvSpPr>
          <p:cNvPr id="15" name="Rectangle 14">
            <a:extLst>
              <a:ext uri="{FF2B5EF4-FFF2-40B4-BE49-F238E27FC236}">
                <a16:creationId xmlns:a16="http://schemas.microsoft.com/office/drawing/2014/main" id="{811EDEE9-41FF-D3E7-ED32-26E32327FEDD}"/>
              </a:ext>
            </a:extLst>
          </p:cNvPr>
          <p:cNvSpPr/>
          <p:nvPr/>
        </p:nvSpPr>
        <p:spPr>
          <a:xfrm>
            <a:off x="256157" y="5202126"/>
            <a:ext cx="1934384" cy="434999"/>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account</a:t>
            </a:r>
            <a:endParaRPr lang="en-US" dirty="0">
              <a:solidFill>
                <a:srgbClr val="000000"/>
              </a:solidFill>
              <a:latin typeface="Avenir Book" panose="02000503020000020003" pitchFamily="2" charset="0"/>
            </a:endParaRPr>
          </a:p>
        </p:txBody>
      </p:sp>
      <p:sp>
        <p:nvSpPr>
          <p:cNvPr id="16" name="Rectangle 15">
            <a:extLst>
              <a:ext uri="{FF2B5EF4-FFF2-40B4-BE49-F238E27FC236}">
                <a16:creationId xmlns:a16="http://schemas.microsoft.com/office/drawing/2014/main" id="{6BD2C7FC-F0ED-2357-EBF8-66CC31EBC6FC}"/>
              </a:ext>
            </a:extLst>
          </p:cNvPr>
          <p:cNvSpPr/>
          <p:nvPr/>
        </p:nvSpPr>
        <p:spPr>
          <a:xfrm>
            <a:off x="256157" y="5707265"/>
            <a:ext cx="1934384" cy="434999"/>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customer</a:t>
            </a:r>
            <a:endParaRPr lang="en-US" dirty="0">
              <a:solidFill>
                <a:srgbClr val="000000"/>
              </a:solidFill>
              <a:latin typeface="Avenir Book" panose="02000503020000020003" pitchFamily="2" charset="0"/>
            </a:endParaRPr>
          </a:p>
        </p:txBody>
      </p:sp>
      <p:sp>
        <p:nvSpPr>
          <p:cNvPr id="17" name="Rectangle 16">
            <a:extLst>
              <a:ext uri="{FF2B5EF4-FFF2-40B4-BE49-F238E27FC236}">
                <a16:creationId xmlns:a16="http://schemas.microsoft.com/office/drawing/2014/main" id="{42DC551F-2AE9-5299-397C-B112F09567CF}"/>
              </a:ext>
            </a:extLst>
          </p:cNvPr>
          <p:cNvSpPr/>
          <p:nvPr/>
        </p:nvSpPr>
        <p:spPr>
          <a:xfrm>
            <a:off x="2327235" y="2420954"/>
            <a:ext cx="1689150" cy="1621818"/>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00000"/>
                </a:solidFill>
                <a:latin typeface="Avenir Book" panose="02000503020000020003" pitchFamily="2" charset="0"/>
              </a:rPr>
              <a:t>calc_risk_score</a:t>
            </a:r>
            <a:endParaRPr lang="en-US" sz="24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cust_id</a:t>
            </a:r>
            <a:endParaRPr lang="en-US"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risk_rule_no</a:t>
            </a:r>
            <a:endParaRPr lang="en-US"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risk_rule_desc</a:t>
            </a:r>
            <a:endParaRPr lang="en-US"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risk_score</a:t>
            </a:r>
            <a:endParaRPr lang="en-US" sz="1500" dirty="0">
              <a:solidFill>
                <a:srgbClr val="000000"/>
              </a:solidFill>
              <a:latin typeface="Avenir Book" panose="02000503020000020003" pitchFamily="2" charset="0"/>
            </a:endParaRPr>
          </a:p>
        </p:txBody>
      </p:sp>
      <p:graphicFrame>
        <p:nvGraphicFramePr>
          <p:cNvPr id="18" name="Table 17">
            <a:extLst>
              <a:ext uri="{FF2B5EF4-FFF2-40B4-BE49-F238E27FC236}">
                <a16:creationId xmlns:a16="http://schemas.microsoft.com/office/drawing/2014/main" id="{BD5E1DF1-CA5D-D209-BEC9-A136C1D571CF}"/>
              </a:ext>
            </a:extLst>
          </p:cNvPr>
          <p:cNvGraphicFramePr>
            <a:graphicFrameLocks noGrp="1"/>
          </p:cNvGraphicFramePr>
          <p:nvPr>
            <p:extLst>
              <p:ext uri="{D42A27DB-BD31-4B8C-83A1-F6EECF244321}">
                <p14:modId xmlns:p14="http://schemas.microsoft.com/office/powerpoint/2010/main" val="1061749569"/>
              </p:ext>
            </p:extLst>
          </p:nvPr>
        </p:nvGraphicFramePr>
        <p:xfrm>
          <a:off x="4153080" y="845588"/>
          <a:ext cx="7968341" cy="5437858"/>
        </p:xfrm>
        <a:graphic>
          <a:graphicData uri="http://schemas.openxmlformats.org/drawingml/2006/table">
            <a:tbl>
              <a:tblPr firstRow="1" bandRow="1">
                <a:tableStyleId>{F5AB1C69-6EDB-4FF4-983F-18BD219EF322}</a:tableStyleId>
              </a:tblPr>
              <a:tblGrid>
                <a:gridCol w="586409">
                  <a:extLst>
                    <a:ext uri="{9D8B030D-6E8A-4147-A177-3AD203B41FA5}">
                      <a16:colId xmlns:a16="http://schemas.microsoft.com/office/drawing/2014/main" val="2361534163"/>
                    </a:ext>
                  </a:extLst>
                </a:gridCol>
                <a:gridCol w="6152924">
                  <a:extLst>
                    <a:ext uri="{9D8B030D-6E8A-4147-A177-3AD203B41FA5}">
                      <a16:colId xmlns:a16="http://schemas.microsoft.com/office/drawing/2014/main" val="952993235"/>
                    </a:ext>
                  </a:extLst>
                </a:gridCol>
                <a:gridCol w="1229008">
                  <a:extLst>
                    <a:ext uri="{9D8B030D-6E8A-4147-A177-3AD203B41FA5}">
                      <a16:colId xmlns:a16="http://schemas.microsoft.com/office/drawing/2014/main" val="2203239044"/>
                    </a:ext>
                  </a:extLst>
                </a:gridCol>
              </a:tblGrid>
              <a:tr h="584356">
                <a:tc>
                  <a:txBody>
                    <a:bodyPr/>
                    <a:lstStyle/>
                    <a:p>
                      <a:r>
                        <a:rPr lang="en-US" sz="1400" b="0" dirty="0">
                          <a:latin typeface="Avenir Book" panose="02000503020000020003" pitchFamily="2" charset="0"/>
                        </a:rPr>
                        <a:t>Rule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Risk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Risk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0920318"/>
                  </a:ext>
                </a:extLst>
              </a:tr>
              <a:tr h="328518">
                <a:tc>
                  <a:txBody>
                    <a:bodyPr/>
                    <a:lstStyle/>
                    <a:p>
                      <a:r>
                        <a:rPr lang="en-US" sz="1400" b="0" dirty="0">
                          <a:latin typeface="Avenir Book" panose="02000503020000020003"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Cross country </a:t>
                      </a:r>
                      <a:r>
                        <a:rPr lang="en-US" sz="1400" b="0" dirty="0" err="1">
                          <a:latin typeface="Avenir Book" panose="02000503020000020003" pitchFamily="2" charset="0"/>
                        </a:rPr>
                        <a:t>txn</a:t>
                      </a:r>
                      <a:r>
                        <a:rPr lang="en-US" sz="1400" b="0" dirty="0">
                          <a:latin typeface="Avenir Book" panose="02000503020000020003" pitchFamily="2" charset="0"/>
                        </a:rPr>
                        <a:t>, from credit card with 5-year count more than 10, 15, 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7, 8, 9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596863"/>
                  </a:ext>
                </a:extLst>
              </a:tr>
              <a:tr h="524179">
                <a:tc>
                  <a:txBody>
                    <a:bodyPr/>
                    <a:lstStyle/>
                    <a:p>
                      <a:r>
                        <a:rPr lang="en-US" sz="1400" b="0" dirty="0">
                          <a:latin typeface="Avenir Book" panose="02000503020000020003"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Cross country wire transfer </a:t>
                      </a:r>
                      <a:r>
                        <a:rPr lang="en-US" sz="1400" b="0" dirty="0" err="1">
                          <a:latin typeface="Avenir Book" panose="02000503020000020003" pitchFamily="2" charset="0"/>
                        </a:rPr>
                        <a:t>txn</a:t>
                      </a:r>
                      <a:r>
                        <a:rPr lang="en-US" sz="1400" b="0" dirty="0">
                          <a:latin typeface="Avenir Book" panose="02000503020000020003" pitchFamily="2" charset="0"/>
                        </a:rPr>
                        <a:t> where transferred amount is more than 25%, 35%, 40%, 45%, 50% of account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5, 6, 7, 8, 9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478688"/>
                  </a:ext>
                </a:extLst>
              </a:tr>
              <a:tr h="520849">
                <a:tc>
                  <a:txBody>
                    <a:bodyPr/>
                    <a:lstStyle/>
                    <a:p>
                      <a:r>
                        <a:rPr lang="en-US" sz="1400" b="0" dirty="0">
                          <a:latin typeface="Avenir Book" panose="02000503020000020003"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Same country, online </a:t>
                      </a:r>
                      <a:r>
                        <a:rPr lang="en-US" sz="1400" b="0" dirty="0" err="1">
                          <a:latin typeface="Avenir Book" panose="02000503020000020003" pitchFamily="2" charset="0"/>
                        </a:rPr>
                        <a:t>txn</a:t>
                      </a:r>
                      <a:r>
                        <a:rPr lang="en-US" sz="1400" b="0" dirty="0">
                          <a:latin typeface="Avenir Book" panose="02000503020000020003" pitchFamily="2" charset="0"/>
                        </a:rPr>
                        <a:t> with device 2 yr mismatch count more than 10, 15, 20,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4.5, 4.75, 5, 5.5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1129324"/>
                  </a:ext>
                </a:extLst>
              </a:tr>
              <a:tr h="487626">
                <a:tc>
                  <a:txBody>
                    <a:bodyPr/>
                    <a:lstStyle/>
                    <a:p>
                      <a:r>
                        <a:rPr lang="en-US" sz="1400" b="0" dirty="0">
                          <a:latin typeface="Avenir Book" panose="02000503020000020003"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Same country, online </a:t>
                      </a:r>
                      <a:r>
                        <a:rPr lang="en-US" sz="1400" b="0" dirty="0" err="1">
                          <a:latin typeface="Avenir Book" panose="02000503020000020003" pitchFamily="2" charset="0"/>
                        </a:rPr>
                        <a:t>txn</a:t>
                      </a:r>
                      <a:r>
                        <a:rPr lang="en-US" sz="1400" b="0" dirty="0">
                          <a:latin typeface="Avenir Book" panose="02000503020000020003" pitchFamily="2" charset="0"/>
                        </a:rPr>
                        <a:t> and from credit card acc with amount more than 50%, 60%, 70% of account balance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6, 7, 8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164638"/>
                  </a:ext>
                </a:extLst>
              </a:tr>
              <a:tr h="584356">
                <a:tc>
                  <a:txBody>
                    <a:bodyPr/>
                    <a:lstStyle/>
                    <a:p>
                      <a:r>
                        <a:rPr lang="en-US" sz="1400" b="0" dirty="0">
                          <a:latin typeface="Avenir Book" panose="02000503020000020003"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Distance from base is more than 25 km using POS, ATM or P2P transaction with amount more than 15%, 20%, 25%, 30% of account </a:t>
                      </a:r>
                      <a:r>
                        <a:rPr lang="en-US" sz="1400" b="0" dirty="0" err="1">
                          <a:latin typeface="Avenir Book" panose="02000503020000020003" pitchFamily="2" charset="0"/>
                        </a:rPr>
                        <a:t>bal</a:t>
                      </a:r>
                      <a:endParaRPr lang="en-US" sz="1400" b="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5, 6, 7, 8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7047162"/>
                  </a:ext>
                </a:extLst>
              </a:tr>
              <a:tr h="487626">
                <a:tc>
                  <a:txBody>
                    <a:bodyPr/>
                    <a:lstStyle/>
                    <a:p>
                      <a:r>
                        <a:rPr lang="en-US" sz="1400" b="0" dirty="0">
                          <a:latin typeface="Avenir Book" panose="02000503020000020003"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“pending” KYC status and transaction amount is more than 5% of account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9124243"/>
                  </a:ext>
                </a:extLst>
              </a:tr>
              <a:tr h="487626">
                <a:tc>
                  <a:txBody>
                    <a:bodyPr/>
                    <a:lstStyle/>
                    <a:p>
                      <a:r>
                        <a:rPr lang="en-US" sz="1400" b="0" dirty="0">
                          <a:latin typeface="Avenir Book" panose="02000503020000020003"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Cross country, any transaction with device mismatch, ATM &amp; POS transaction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293018"/>
                  </a:ext>
                </a:extLst>
              </a:tr>
              <a:tr h="302263">
                <a:tc>
                  <a:txBody>
                    <a:bodyPr/>
                    <a:lstStyle/>
                    <a:p>
                      <a:r>
                        <a:rPr lang="en-US" sz="1400" b="0" dirty="0">
                          <a:latin typeface="Avenir Book" panose="02000503020000020003"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Cross country “reversed” transaction of “P2P” type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2230978"/>
                  </a:ext>
                </a:extLst>
              </a:tr>
              <a:tr h="413919">
                <a:tc>
                  <a:txBody>
                    <a:bodyPr/>
                    <a:lstStyle/>
                    <a:p>
                      <a:r>
                        <a:rPr lang="en-US" sz="1400" b="0" dirty="0">
                          <a:latin typeface="Avenir Book" panose="02000503020000020003"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Credit card transaction count of 1Y, 2Y, 3Y is more than Debit card transaction.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85189"/>
                  </a:ext>
                </a:extLst>
              </a:tr>
              <a:tr h="487626">
                <a:tc>
                  <a:txBody>
                    <a:bodyPr/>
                    <a:lstStyle/>
                    <a:p>
                      <a:r>
                        <a:rPr lang="en-US" sz="1400" b="0" dirty="0">
                          <a:latin typeface="Avenir Book" panose="02000503020000020003"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Debit card transaction count of 1Y, 2Y, 3Y is more than the total of savings and checking transaction counts for the same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Avenir Book" panose="02000503020000020003" pitchFamily="2" charset="0"/>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519934"/>
                  </a:ext>
                </a:extLst>
              </a:tr>
            </a:tbl>
          </a:graphicData>
        </a:graphic>
      </p:graphicFrame>
    </p:spTree>
    <p:extLst>
      <p:ext uri="{BB962C8B-B14F-4D97-AF65-F5344CB8AC3E}">
        <p14:creationId xmlns:p14="http://schemas.microsoft.com/office/powerpoint/2010/main" val="3028740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E44FEB8-B0DA-3519-77B5-6B9CB3E4BF0A}"/>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7876361-6B34-D611-28B6-CFF6C19A08EB}"/>
              </a:ext>
            </a:extLst>
          </p:cNvPr>
          <p:cNvSpPr>
            <a:spLocks noGrp="1"/>
          </p:cNvSpPr>
          <p:nvPr>
            <p:ph type="ftr" sz="quarter" idx="11"/>
          </p:nvPr>
        </p:nvSpPr>
        <p:spPr>
          <a:xfrm>
            <a:off x="8904933" y="6356349"/>
            <a:ext cx="2154534" cy="365125"/>
          </a:xfrm>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4AE62008-957C-D6BA-1C6F-52FA0C4970D9}"/>
              </a:ext>
            </a:extLst>
          </p:cNvPr>
          <p:cNvSpPr>
            <a:spLocks noGrp="1"/>
          </p:cNvSpPr>
          <p:nvPr>
            <p:ph type="sldNum" sz="quarter" idx="12"/>
          </p:nvPr>
        </p:nvSpPr>
        <p:spPr/>
        <p:txBody>
          <a:bodyPr/>
          <a:lstStyle/>
          <a:p>
            <a:fld id="{CC057153-B650-4DEB-B370-79DDCFDCE934}" type="slidenum">
              <a:rPr lang="en-US" smtClean="0"/>
              <a:pPr/>
              <a:t>8</a:t>
            </a:fld>
            <a:endParaRPr lang="en-US" dirty="0"/>
          </a:p>
        </p:txBody>
      </p:sp>
      <p:sp>
        <p:nvSpPr>
          <p:cNvPr id="14" name="Title 1">
            <a:extLst>
              <a:ext uri="{FF2B5EF4-FFF2-40B4-BE49-F238E27FC236}">
                <a16:creationId xmlns:a16="http://schemas.microsoft.com/office/drawing/2014/main" id="{7B23B4C9-7FC9-1598-870B-E5A3642ED7CF}"/>
              </a:ext>
            </a:extLst>
          </p:cNvPr>
          <p:cNvSpPr txBox="1">
            <a:spLocks/>
          </p:cNvSpPr>
          <p:nvPr/>
        </p:nvSpPr>
        <p:spPr>
          <a:xfrm>
            <a:off x="256158" y="-62278"/>
            <a:ext cx="11489526" cy="1125674"/>
          </a:xfrm>
          <a:prstGeom prst="rect">
            <a:avLst/>
          </a:prstGeom>
        </p:spPr>
        <p:txBody>
          <a:bodyPr vert="horz" lIns="91440" tIns="45720" rIns="91440" bIns="45720" rtlCol="0" anchor="ctr">
            <a:normAutofit fontScale="77500" lnSpcReduction="20000"/>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Transaction Last Year (2026) Agg Table</a:t>
            </a:r>
          </a:p>
        </p:txBody>
      </p:sp>
      <p:sp>
        <p:nvSpPr>
          <p:cNvPr id="8" name="Rounded Rectangle 7">
            <a:extLst>
              <a:ext uri="{FF2B5EF4-FFF2-40B4-BE49-F238E27FC236}">
                <a16:creationId xmlns:a16="http://schemas.microsoft.com/office/drawing/2014/main" id="{D68200E1-5592-4A01-C83D-2CFC9921B0F4}"/>
              </a:ext>
            </a:extLst>
          </p:cNvPr>
          <p:cNvSpPr/>
          <p:nvPr/>
        </p:nvSpPr>
        <p:spPr>
          <a:xfrm>
            <a:off x="2896928" y="2825559"/>
            <a:ext cx="1134112" cy="469324"/>
          </a:xfrm>
          <a:prstGeom prst="round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p:txBody>
      </p:sp>
      <p:sp>
        <p:nvSpPr>
          <p:cNvPr id="2" name="Rectangle 1">
            <a:extLst>
              <a:ext uri="{FF2B5EF4-FFF2-40B4-BE49-F238E27FC236}">
                <a16:creationId xmlns:a16="http://schemas.microsoft.com/office/drawing/2014/main" id="{02E0A804-65D1-4E73-88D4-B8A15D518EC2}"/>
              </a:ext>
            </a:extLst>
          </p:cNvPr>
          <p:cNvSpPr/>
          <p:nvPr/>
        </p:nvSpPr>
        <p:spPr>
          <a:xfrm>
            <a:off x="365381" y="958835"/>
            <a:ext cx="1966726" cy="5502077"/>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rgbClr val="000000"/>
                </a:solidFill>
                <a:latin typeface="Avenir Book" panose="02000503020000020003" pitchFamily="2" charset="0"/>
              </a:rPr>
              <a:t>transaction_hist</a:t>
            </a:r>
            <a:endParaRPr lang="en-US" u="sng"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customer_country</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risk_score_onboard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account_id_from</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account_id_to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cust_device_id</a:t>
            </a:r>
            <a:endParaRPr lang="en-IN"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tran_device_id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debit_customer_id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credit_customer_id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merchant_id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acc_balance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tran_amount</a:t>
            </a:r>
            <a:endParaRPr lang="en-IN" sz="1500" dirty="0">
              <a:solidFill>
                <a:srgbClr val="000000"/>
              </a:solidFill>
              <a:latin typeface="Avenir Book" panose="02000503020000020003" pitchFamily="2" charset="0"/>
            </a:endParaRPr>
          </a:p>
          <a:p>
            <a:r>
              <a:rPr lang="en-IN" sz="1500" dirty="0">
                <a:solidFill>
                  <a:srgbClr val="000000"/>
                </a:solidFill>
                <a:latin typeface="Avenir Book" panose="02000503020000020003" pitchFamily="2" charset="0"/>
              </a:rPr>
              <a:t>currency</a:t>
            </a:r>
          </a:p>
          <a:p>
            <a:r>
              <a:rPr lang="en-IN" sz="1500" dirty="0" err="1">
                <a:solidFill>
                  <a:srgbClr val="000000"/>
                </a:solidFill>
                <a:latin typeface="Avenir Book" panose="02000503020000020003" pitchFamily="2" charset="0"/>
              </a:rPr>
              <a:t>tran_timestamp</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transaction_status</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tran_browser_info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tran_location_lat</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tran_location_long</a:t>
            </a:r>
            <a:endParaRPr lang="en-IN" sz="1500" dirty="0">
              <a:solidFill>
                <a:srgbClr val="000000"/>
              </a:solidFill>
              <a:latin typeface="Avenir Book" panose="02000503020000020003" pitchFamily="2" charset="0"/>
            </a:endParaRPr>
          </a:p>
        </p:txBody>
      </p:sp>
      <p:graphicFrame>
        <p:nvGraphicFramePr>
          <p:cNvPr id="12" name="Table 11">
            <a:extLst>
              <a:ext uri="{FF2B5EF4-FFF2-40B4-BE49-F238E27FC236}">
                <a16:creationId xmlns:a16="http://schemas.microsoft.com/office/drawing/2014/main" id="{5A2175A4-0E67-601A-6D1D-957128D53500}"/>
              </a:ext>
            </a:extLst>
          </p:cNvPr>
          <p:cNvGraphicFramePr>
            <a:graphicFrameLocks noGrp="1"/>
          </p:cNvGraphicFramePr>
          <p:nvPr>
            <p:extLst>
              <p:ext uri="{D42A27DB-BD31-4B8C-83A1-F6EECF244321}">
                <p14:modId xmlns:p14="http://schemas.microsoft.com/office/powerpoint/2010/main" val="1751833096"/>
              </p:ext>
            </p:extLst>
          </p:nvPr>
        </p:nvGraphicFramePr>
        <p:xfrm>
          <a:off x="4542617" y="1396358"/>
          <a:ext cx="6811183" cy="5384594"/>
        </p:xfrm>
        <a:graphic>
          <a:graphicData uri="http://schemas.openxmlformats.org/drawingml/2006/table">
            <a:tbl>
              <a:tblPr firstRow="1" bandRow="1">
                <a:tableStyleId>{793D81CF-94F2-401A-BA57-92F5A7B2D0C5}</a:tableStyleId>
              </a:tblPr>
              <a:tblGrid>
                <a:gridCol w="2829274">
                  <a:extLst>
                    <a:ext uri="{9D8B030D-6E8A-4147-A177-3AD203B41FA5}">
                      <a16:colId xmlns:a16="http://schemas.microsoft.com/office/drawing/2014/main" val="3106983882"/>
                    </a:ext>
                  </a:extLst>
                </a:gridCol>
                <a:gridCol w="3981909">
                  <a:extLst>
                    <a:ext uri="{9D8B030D-6E8A-4147-A177-3AD203B41FA5}">
                      <a16:colId xmlns:a16="http://schemas.microsoft.com/office/drawing/2014/main" val="3559783225"/>
                    </a:ext>
                  </a:extLst>
                </a:gridCol>
              </a:tblGrid>
              <a:tr h="355394">
                <a:tc>
                  <a:txBody>
                    <a:bodyPr/>
                    <a:lstStyle/>
                    <a:p>
                      <a:r>
                        <a:rPr lang="en-US" sz="1500" dirty="0">
                          <a:latin typeface="Avenir Book" panose="02000503020000020003" pitchFamily="2" charset="0"/>
                        </a:rPr>
                        <a:t>Column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Sample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7824952"/>
                  </a:ext>
                </a:extLst>
              </a:tr>
              <a:tr h="313803">
                <a:tc>
                  <a:txBody>
                    <a:bodyPr/>
                    <a:lstStyle/>
                    <a:p>
                      <a:r>
                        <a:rPr lang="en-US" sz="1500" dirty="0" err="1">
                          <a:latin typeface="Avenir Book" panose="02000503020000020003" pitchFamily="2" charset="0"/>
                        </a:rPr>
                        <a:t>cust_id</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Customer Id from batch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8941"/>
                  </a:ext>
                </a:extLst>
              </a:tr>
              <a:tr h="313803">
                <a:tc>
                  <a:txBody>
                    <a:bodyPr/>
                    <a:lstStyle/>
                    <a:p>
                      <a:r>
                        <a:rPr lang="en-US" sz="1500" dirty="0" err="1">
                          <a:latin typeface="Avenir Book" panose="02000503020000020003" pitchFamily="2" charset="0"/>
                        </a:rPr>
                        <a:t>last_yr</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The previous year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510993"/>
                  </a:ext>
                </a:extLst>
              </a:tr>
              <a:tr h="313803">
                <a:tc>
                  <a:txBody>
                    <a:bodyPr/>
                    <a:lstStyle/>
                    <a:p>
                      <a:r>
                        <a:rPr lang="en-US" sz="1500" dirty="0" err="1">
                          <a:latin typeface="Avenir Book" panose="02000503020000020003" pitchFamily="2" charset="0"/>
                        </a:rPr>
                        <a:t>curr_yr</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Current year (2026 - as per stream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094437"/>
                  </a:ext>
                </a:extLst>
              </a:tr>
              <a:tr h="313803">
                <a:tc>
                  <a:txBody>
                    <a:bodyPr/>
                    <a:lstStyle/>
                    <a:p>
                      <a:r>
                        <a:rPr lang="en-US" sz="1500" dirty="0" err="1">
                          <a:latin typeface="Avenir Book" panose="02000503020000020003" pitchFamily="2" charset="0"/>
                        </a:rPr>
                        <a:t>mnth_no</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01 to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624156"/>
                  </a:ext>
                </a:extLst>
              </a:tr>
              <a:tr h="313803">
                <a:tc>
                  <a:txBody>
                    <a:bodyPr/>
                    <a:lstStyle/>
                    <a:p>
                      <a:r>
                        <a:rPr lang="en-US" sz="1500" dirty="0" err="1">
                          <a:latin typeface="Avenir Book" panose="02000503020000020003" pitchFamily="2" charset="0"/>
                        </a:rPr>
                        <a:t>wk_no</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01 to 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002093"/>
                  </a:ext>
                </a:extLst>
              </a:tr>
              <a:tr h="313803">
                <a:tc>
                  <a:txBody>
                    <a:bodyPr/>
                    <a:lstStyle/>
                    <a:p>
                      <a:r>
                        <a:rPr lang="en-US" sz="1500" dirty="0" err="1">
                          <a:latin typeface="Avenir Book" panose="02000503020000020003" pitchFamily="2" charset="0"/>
                        </a:rPr>
                        <a:t>ytd_avg_mnthly_txn_amt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month till date from beginning of year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8444833"/>
                  </a:ext>
                </a:extLst>
              </a:tr>
              <a:tr h="313803">
                <a:tc>
                  <a:txBody>
                    <a:bodyPr/>
                    <a:lstStyle/>
                    <a:p>
                      <a:r>
                        <a:rPr lang="en-US" sz="1500" dirty="0" err="1">
                          <a:latin typeface="Avenir Book" panose="02000503020000020003" pitchFamily="2" charset="0"/>
                        </a:rPr>
                        <a:t>ytd_max_mnthly_txn_amt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Avenir Book" panose="02000503020000020003" pitchFamily="2" charset="0"/>
                        </a:rPr>
                        <a:t>Max </a:t>
                      </a:r>
                      <a:r>
                        <a:rPr lang="en-US" sz="1500" dirty="0" err="1">
                          <a:latin typeface="Avenir Book" panose="02000503020000020003" pitchFamily="2" charset="0"/>
                        </a:rPr>
                        <a:t>txn</a:t>
                      </a:r>
                      <a:r>
                        <a:rPr lang="en-US" sz="1500" dirty="0">
                          <a:latin typeface="Avenir Book" panose="02000503020000020003" pitchFamily="2" charset="0"/>
                        </a:rPr>
                        <a:t> amount per month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4253268"/>
                  </a:ext>
                </a:extLst>
              </a:tr>
              <a:tr h="313803">
                <a:tc>
                  <a:txBody>
                    <a:bodyPr/>
                    <a:lstStyle/>
                    <a:p>
                      <a:r>
                        <a:rPr lang="en-US" sz="1500" dirty="0" err="1">
                          <a:latin typeface="Avenir Book" panose="02000503020000020003" pitchFamily="2" charset="0"/>
                        </a:rPr>
                        <a:t>ytd_min_mnthly_txn_amt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Avenir Book" panose="02000503020000020003" pitchFamily="2" charset="0"/>
                        </a:rPr>
                        <a:t>Min </a:t>
                      </a:r>
                      <a:r>
                        <a:rPr lang="en-US" sz="1500" dirty="0" err="1">
                          <a:latin typeface="Avenir Book" panose="02000503020000020003" pitchFamily="2" charset="0"/>
                        </a:rPr>
                        <a:t>txn</a:t>
                      </a:r>
                      <a:r>
                        <a:rPr lang="en-US" sz="1500" dirty="0">
                          <a:latin typeface="Avenir Book" panose="02000503020000020003" pitchFamily="2" charset="0"/>
                        </a:rPr>
                        <a:t> amount per month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6348056"/>
                  </a:ext>
                </a:extLst>
              </a:tr>
              <a:tr h="313803">
                <a:tc>
                  <a:txBody>
                    <a:bodyPr/>
                    <a:lstStyle/>
                    <a:p>
                      <a:r>
                        <a:rPr lang="en-US" sz="1500" dirty="0" err="1">
                          <a:latin typeface="Avenir Book" panose="02000503020000020003" pitchFamily="2" charset="0"/>
                        </a:rPr>
                        <a:t>ytd_avg_wkly_txn_amt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week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6757364"/>
                  </a:ext>
                </a:extLst>
              </a:tr>
              <a:tr h="313803">
                <a:tc>
                  <a:txBody>
                    <a:bodyPr/>
                    <a:lstStyle/>
                    <a:p>
                      <a:r>
                        <a:rPr lang="en-US" sz="1500" dirty="0" err="1">
                          <a:latin typeface="Avenir Book" panose="02000503020000020003" pitchFamily="2" charset="0"/>
                        </a:rPr>
                        <a:t>ytd_max_wkly_txn_amt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Max </a:t>
                      </a:r>
                      <a:r>
                        <a:rPr lang="en-US" sz="1500" dirty="0" err="1">
                          <a:latin typeface="Avenir Book" panose="02000503020000020003" pitchFamily="2" charset="0"/>
                        </a:rPr>
                        <a:t>txn</a:t>
                      </a:r>
                      <a:r>
                        <a:rPr lang="en-US" sz="1500" dirty="0">
                          <a:latin typeface="Avenir Book" panose="02000503020000020003" pitchFamily="2" charset="0"/>
                        </a:rPr>
                        <a:t> amount per week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148295"/>
                  </a:ext>
                </a:extLst>
              </a:tr>
              <a:tr h="313803">
                <a:tc>
                  <a:txBody>
                    <a:bodyPr/>
                    <a:lstStyle/>
                    <a:p>
                      <a:r>
                        <a:rPr lang="en-US" sz="1500" dirty="0" err="1">
                          <a:latin typeface="Avenir Book" panose="02000503020000020003" pitchFamily="2" charset="0"/>
                        </a:rPr>
                        <a:t>ytd_min_wkly_txn_amt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Min </a:t>
                      </a:r>
                      <a:r>
                        <a:rPr lang="en-US" sz="1500" dirty="0" err="1">
                          <a:latin typeface="Avenir Book" panose="02000503020000020003" pitchFamily="2" charset="0"/>
                        </a:rPr>
                        <a:t>txn</a:t>
                      </a:r>
                      <a:r>
                        <a:rPr lang="en-US" sz="1500" dirty="0">
                          <a:latin typeface="Avenir Book" panose="02000503020000020003" pitchFamily="2" charset="0"/>
                        </a:rPr>
                        <a:t> amount per week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4018063"/>
                  </a:ext>
                </a:extLst>
              </a:tr>
              <a:tr h="313803">
                <a:tc>
                  <a:txBody>
                    <a:bodyPr/>
                    <a:lstStyle/>
                    <a:p>
                      <a:r>
                        <a:rPr lang="en-US" sz="1500" dirty="0" err="1">
                          <a:latin typeface="Avenir Book" panose="02000503020000020003" pitchFamily="2" charset="0"/>
                        </a:rPr>
                        <a:t>ytd_avg_yrly_txn_amt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year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494469"/>
                  </a:ext>
                </a:extLst>
              </a:tr>
              <a:tr h="313803">
                <a:tc>
                  <a:txBody>
                    <a:bodyPr/>
                    <a:lstStyle/>
                    <a:p>
                      <a:r>
                        <a:rPr lang="en-US" sz="1500" dirty="0" err="1">
                          <a:latin typeface="Avenir Book" panose="02000503020000020003" pitchFamily="2" charset="0"/>
                        </a:rPr>
                        <a:t>ytd_max_yrly_txn_amt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Max </a:t>
                      </a:r>
                      <a:r>
                        <a:rPr lang="en-US" sz="1500" dirty="0" err="1">
                          <a:latin typeface="Avenir Book" panose="02000503020000020003" pitchFamily="2" charset="0"/>
                        </a:rPr>
                        <a:t>txn</a:t>
                      </a:r>
                      <a:r>
                        <a:rPr lang="en-US" sz="1500" dirty="0">
                          <a:latin typeface="Avenir Book" panose="02000503020000020003" pitchFamily="2" charset="0"/>
                        </a:rPr>
                        <a:t> amount per year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297542"/>
                  </a:ext>
                </a:extLst>
              </a:tr>
              <a:tr h="313803">
                <a:tc>
                  <a:txBody>
                    <a:bodyPr/>
                    <a:lstStyle/>
                    <a:p>
                      <a:r>
                        <a:rPr lang="en-US" sz="1500" dirty="0" err="1">
                          <a:latin typeface="Avenir Book" panose="02000503020000020003" pitchFamily="2" charset="0"/>
                        </a:rPr>
                        <a:t>ytd_min_yrly_txn_amt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Min </a:t>
                      </a:r>
                      <a:r>
                        <a:rPr lang="en-US" sz="1500" dirty="0" err="1">
                          <a:latin typeface="Avenir Book" panose="02000503020000020003" pitchFamily="2" charset="0"/>
                        </a:rPr>
                        <a:t>txn</a:t>
                      </a:r>
                      <a:r>
                        <a:rPr lang="en-US" sz="1500" dirty="0">
                          <a:latin typeface="Avenir Book" panose="02000503020000020003" pitchFamily="2" charset="0"/>
                        </a:rPr>
                        <a:t> amount per year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262350"/>
                  </a:ext>
                </a:extLst>
              </a:tr>
              <a:tr h="313803">
                <a:tc>
                  <a:txBody>
                    <a:bodyPr/>
                    <a:lstStyle/>
                    <a:p>
                      <a:r>
                        <a:rPr lang="en-US" sz="1500" dirty="0" err="1">
                          <a:latin typeface="Avenir Book" panose="02000503020000020003" pitchFamily="2" charset="0"/>
                        </a:rPr>
                        <a:t>ytd_total_txn_amt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Total </a:t>
                      </a:r>
                      <a:r>
                        <a:rPr lang="en-US" sz="1500" dirty="0" err="1">
                          <a:latin typeface="Avenir Book" panose="02000503020000020003" pitchFamily="2" charset="0"/>
                        </a:rPr>
                        <a:t>txn</a:t>
                      </a:r>
                      <a:r>
                        <a:rPr lang="en-US" sz="1500" dirty="0">
                          <a:latin typeface="Avenir Book" panose="02000503020000020003" pitchFamily="2" charset="0"/>
                        </a:rPr>
                        <a:t> amount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840072"/>
                  </a:ext>
                </a:extLst>
              </a:tr>
            </a:tbl>
          </a:graphicData>
        </a:graphic>
      </p:graphicFrame>
      <p:cxnSp>
        <p:nvCxnSpPr>
          <p:cNvPr id="15" name="Straight Arrow Connector 14">
            <a:extLst>
              <a:ext uri="{FF2B5EF4-FFF2-40B4-BE49-F238E27FC236}">
                <a16:creationId xmlns:a16="http://schemas.microsoft.com/office/drawing/2014/main" id="{C2364C5D-8120-3C43-E2E7-0F6E147002F7}"/>
              </a:ext>
            </a:extLst>
          </p:cNvPr>
          <p:cNvCxnSpPr>
            <a:cxnSpLocks/>
            <a:endCxn id="8" idx="1"/>
          </p:cNvCxnSpPr>
          <p:nvPr/>
        </p:nvCxnSpPr>
        <p:spPr>
          <a:xfrm>
            <a:off x="2332107" y="3060221"/>
            <a:ext cx="564821" cy="0"/>
          </a:xfrm>
          <a:prstGeom prst="straightConnector1">
            <a:avLst/>
          </a:prstGeom>
          <a:ln>
            <a:headEnd type="none"/>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1B1A31C5-0626-1AD0-B2A0-8357197AE2B9}"/>
              </a:ext>
            </a:extLst>
          </p:cNvPr>
          <p:cNvCxnSpPr>
            <a:cxnSpLocks/>
          </p:cNvCxnSpPr>
          <p:nvPr/>
        </p:nvCxnSpPr>
        <p:spPr>
          <a:xfrm>
            <a:off x="4031040" y="3060221"/>
            <a:ext cx="511577" cy="0"/>
          </a:xfrm>
          <a:prstGeom prst="straightConnector1">
            <a:avLst/>
          </a:prstGeom>
          <a:ln>
            <a:headEnd type="none"/>
            <a:tailEnd type="triangle"/>
          </a:ln>
        </p:spPr>
        <p:style>
          <a:lnRef idx="3">
            <a:schemeClr val="dk1"/>
          </a:lnRef>
          <a:fillRef idx="0">
            <a:schemeClr val="dk1"/>
          </a:fillRef>
          <a:effectRef idx="2">
            <a:schemeClr val="dk1"/>
          </a:effectRef>
          <a:fontRef idx="minor">
            <a:schemeClr val="tx1"/>
          </a:fontRef>
        </p:style>
      </p:cxnSp>
      <p:sp>
        <p:nvSpPr>
          <p:cNvPr id="20" name="Rectangle 19">
            <a:extLst>
              <a:ext uri="{FF2B5EF4-FFF2-40B4-BE49-F238E27FC236}">
                <a16:creationId xmlns:a16="http://schemas.microsoft.com/office/drawing/2014/main" id="{6EDE33BD-D332-508C-E59B-3A6F53D082F2}"/>
              </a:ext>
            </a:extLst>
          </p:cNvPr>
          <p:cNvSpPr/>
          <p:nvPr/>
        </p:nvSpPr>
        <p:spPr>
          <a:xfrm>
            <a:off x="6285623" y="871913"/>
            <a:ext cx="2777989" cy="463350"/>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latin typeface="Avenir Book" panose="02000503020000020003" pitchFamily="2" charset="0"/>
              </a:rPr>
              <a:t>txn_hist_agg_last_yr</a:t>
            </a:r>
            <a:endParaRPr lang="en-US" dirty="0">
              <a:solidFill>
                <a:schemeClr val="bg1"/>
              </a:solidFill>
              <a:latin typeface="Avenir Book" panose="02000503020000020003" pitchFamily="2" charset="0"/>
            </a:endParaRPr>
          </a:p>
        </p:txBody>
      </p:sp>
    </p:spTree>
    <p:extLst>
      <p:ext uri="{BB962C8B-B14F-4D97-AF65-F5344CB8AC3E}">
        <p14:creationId xmlns:p14="http://schemas.microsoft.com/office/powerpoint/2010/main" val="1597747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8809C7F-0E42-099B-1692-075DC09A06B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373AE19-3252-D25D-F262-D67B91B9E9D6}"/>
              </a:ext>
            </a:extLst>
          </p:cNvPr>
          <p:cNvSpPr>
            <a:spLocks noGrp="1"/>
          </p:cNvSpPr>
          <p:nvPr>
            <p:ph type="ftr" sz="quarter" idx="11"/>
          </p:nvPr>
        </p:nvSpPr>
        <p:spPr>
          <a:xfrm>
            <a:off x="8904933" y="6356349"/>
            <a:ext cx="2154534" cy="365125"/>
          </a:xfrm>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83B9BA22-71ED-FFBB-D0F9-81398D0D333E}"/>
              </a:ext>
            </a:extLst>
          </p:cNvPr>
          <p:cNvSpPr>
            <a:spLocks noGrp="1"/>
          </p:cNvSpPr>
          <p:nvPr>
            <p:ph type="sldNum" sz="quarter" idx="12"/>
          </p:nvPr>
        </p:nvSpPr>
        <p:spPr/>
        <p:txBody>
          <a:bodyPr/>
          <a:lstStyle/>
          <a:p>
            <a:fld id="{CC057153-B650-4DEB-B370-79DDCFDCE934}" type="slidenum">
              <a:rPr lang="en-US" smtClean="0"/>
              <a:pPr/>
              <a:t>9</a:t>
            </a:fld>
            <a:endParaRPr lang="en-US" dirty="0"/>
          </a:p>
        </p:txBody>
      </p:sp>
      <p:sp>
        <p:nvSpPr>
          <p:cNvPr id="14" name="Title 1">
            <a:extLst>
              <a:ext uri="{FF2B5EF4-FFF2-40B4-BE49-F238E27FC236}">
                <a16:creationId xmlns:a16="http://schemas.microsoft.com/office/drawing/2014/main" id="{57A82592-FBBC-0F92-6F98-ABBFA3D0B111}"/>
              </a:ext>
            </a:extLst>
          </p:cNvPr>
          <p:cNvSpPr txBox="1">
            <a:spLocks/>
          </p:cNvSpPr>
          <p:nvPr/>
        </p:nvSpPr>
        <p:spPr>
          <a:xfrm>
            <a:off x="256158" y="-62278"/>
            <a:ext cx="11489526" cy="1125674"/>
          </a:xfrm>
          <a:prstGeom prst="rect">
            <a:avLst/>
          </a:prstGeom>
        </p:spPr>
        <p:txBody>
          <a:bodyPr vert="horz" lIns="91440" tIns="45720" rIns="91440" bIns="45720" rtlCol="0" anchor="ctr">
            <a:normAutofit fontScale="77500" lnSpcReduction="20000"/>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Transaction Last Year (2026) Agg Table</a:t>
            </a:r>
          </a:p>
        </p:txBody>
      </p:sp>
      <p:sp>
        <p:nvSpPr>
          <p:cNvPr id="2" name="Rectangle 1">
            <a:extLst>
              <a:ext uri="{FF2B5EF4-FFF2-40B4-BE49-F238E27FC236}">
                <a16:creationId xmlns:a16="http://schemas.microsoft.com/office/drawing/2014/main" id="{DF0EE3AA-051E-C7A9-4F3B-25806D0FDA89}"/>
              </a:ext>
            </a:extLst>
          </p:cNvPr>
          <p:cNvSpPr/>
          <p:nvPr/>
        </p:nvSpPr>
        <p:spPr>
          <a:xfrm>
            <a:off x="365381" y="958835"/>
            <a:ext cx="1845256" cy="5502077"/>
          </a:xfrm>
          <a:prstGeom prst="rect">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err="1">
                <a:solidFill>
                  <a:srgbClr val="000000"/>
                </a:solidFill>
                <a:latin typeface="Avenir Book" panose="02000503020000020003" pitchFamily="2" charset="0"/>
              </a:rPr>
              <a:t>transaction_hist</a:t>
            </a:r>
            <a:endParaRPr lang="en-US" u="sng"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customer_country</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risk_score_onboard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account_id_from</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account_id_to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account_type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cust_device_id</a:t>
            </a:r>
            <a:endParaRPr lang="en-IN" sz="1500" dirty="0">
              <a:solidFill>
                <a:srgbClr val="000000"/>
              </a:solidFill>
              <a:latin typeface="Avenir Book" panose="02000503020000020003" pitchFamily="2" charset="0"/>
            </a:endParaRPr>
          </a:p>
          <a:p>
            <a:r>
              <a:rPr lang="en-US" sz="1500" dirty="0" err="1">
                <a:solidFill>
                  <a:srgbClr val="000000"/>
                </a:solidFill>
                <a:latin typeface="Avenir Book" panose="02000503020000020003" pitchFamily="2" charset="0"/>
              </a:rPr>
              <a:t>tran_device_id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debit_customer_id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credit_customer_id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merchant_id</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acc_balance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tran_amount</a:t>
            </a:r>
            <a:endParaRPr lang="en-IN" sz="1500" dirty="0">
              <a:solidFill>
                <a:srgbClr val="000000"/>
              </a:solidFill>
              <a:latin typeface="Avenir Book" panose="02000503020000020003" pitchFamily="2" charset="0"/>
            </a:endParaRPr>
          </a:p>
          <a:p>
            <a:r>
              <a:rPr lang="en-IN" sz="1500" dirty="0">
                <a:solidFill>
                  <a:srgbClr val="000000"/>
                </a:solidFill>
                <a:latin typeface="Avenir Book" panose="02000503020000020003" pitchFamily="2" charset="0"/>
              </a:rPr>
              <a:t>currency</a:t>
            </a:r>
          </a:p>
          <a:p>
            <a:r>
              <a:rPr lang="en-IN" sz="1500" dirty="0" err="1">
                <a:solidFill>
                  <a:srgbClr val="000000"/>
                </a:solidFill>
                <a:latin typeface="Avenir Book" panose="02000503020000020003" pitchFamily="2" charset="0"/>
              </a:rPr>
              <a:t>tran_timestamp</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transaction_type</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transaction_status</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tran_browser_info</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tran_location_lat</a:t>
            </a:r>
            <a:endParaRPr lang="en-IN" sz="1500" dirty="0">
              <a:solidFill>
                <a:srgbClr val="000000"/>
              </a:solidFill>
              <a:latin typeface="Avenir Book" panose="02000503020000020003" pitchFamily="2" charset="0"/>
            </a:endParaRPr>
          </a:p>
          <a:p>
            <a:r>
              <a:rPr lang="en-IN" sz="1500" dirty="0" err="1">
                <a:solidFill>
                  <a:srgbClr val="000000"/>
                </a:solidFill>
                <a:latin typeface="Avenir Book" panose="02000503020000020003" pitchFamily="2" charset="0"/>
              </a:rPr>
              <a:t>tran_location_long</a:t>
            </a:r>
            <a:endParaRPr lang="en-IN" sz="1500" dirty="0">
              <a:solidFill>
                <a:srgbClr val="000000"/>
              </a:solidFill>
              <a:latin typeface="Avenir Book" panose="02000503020000020003" pitchFamily="2" charset="0"/>
            </a:endParaRPr>
          </a:p>
        </p:txBody>
      </p:sp>
      <p:graphicFrame>
        <p:nvGraphicFramePr>
          <p:cNvPr id="12" name="Table 11">
            <a:extLst>
              <a:ext uri="{FF2B5EF4-FFF2-40B4-BE49-F238E27FC236}">
                <a16:creationId xmlns:a16="http://schemas.microsoft.com/office/drawing/2014/main" id="{82AB25E0-C848-DB6C-35E3-826C18AC94DE}"/>
              </a:ext>
            </a:extLst>
          </p:cNvPr>
          <p:cNvGraphicFramePr>
            <a:graphicFrameLocks noGrp="1"/>
          </p:cNvGraphicFramePr>
          <p:nvPr>
            <p:extLst>
              <p:ext uri="{D42A27DB-BD31-4B8C-83A1-F6EECF244321}">
                <p14:modId xmlns:p14="http://schemas.microsoft.com/office/powerpoint/2010/main" val="1918232419"/>
              </p:ext>
            </p:extLst>
          </p:nvPr>
        </p:nvGraphicFramePr>
        <p:xfrm>
          <a:off x="3668323" y="829022"/>
          <a:ext cx="8403843" cy="5527327"/>
        </p:xfrm>
        <a:graphic>
          <a:graphicData uri="http://schemas.openxmlformats.org/drawingml/2006/table">
            <a:tbl>
              <a:tblPr firstRow="1" bandRow="1">
                <a:tableStyleId>{793D81CF-94F2-401A-BA57-92F5A7B2D0C5}</a:tableStyleId>
              </a:tblPr>
              <a:tblGrid>
                <a:gridCol w="3208845">
                  <a:extLst>
                    <a:ext uri="{9D8B030D-6E8A-4147-A177-3AD203B41FA5}">
                      <a16:colId xmlns:a16="http://schemas.microsoft.com/office/drawing/2014/main" val="3106983882"/>
                    </a:ext>
                  </a:extLst>
                </a:gridCol>
                <a:gridCol w="5194998">
                  <a:extLst>
                    <a:ext uri="{9D8B030D-6E8A-4147-A177-3AD203B41FA5}">
                      <a16:colId xmlns:a16="http://schemas.microsoft.com/office/drawing/2014/main" val="3559783225"/>
                    </a:ext>
                  </a:extLst>
                </a:gridCol>
              </a:tblGrid>
              <a:tr h="360967">
                <a:tc>
                  <a:txBody>
                    <a:bodyPr/>
                    <a:lstStyle/>
                    <a:p>
                      <a:r>
                        <a:rPr lang="en-US" sz="1500" dirty="0">
                          <a:latin typeface="Avenir Book" panose="02000503020000020003" pitchFamily="2" charset="0"/>
                        </a:rPr>
                        <a:t>Column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Sample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7824952"/>
                  </a:ext>
                </a:extLst>
              </a:tr>
              <a:tr h="318724">
                <a:tc>
                  <a:txBody>
                    <a:bodyPr/>
                    <a:lstStyle/>
                    <a:p>
                      <a:r>
                        <a:rPr lang="en-US" sz="1500" dirty="0" err="1">
                          <a:latin typeface="Avenir Book" panose="02000503020000020003" pitchFamily="2" charset="0"/>
                        </a:rPr>
                        <a:t>ytd_avg_mnthly_savings_txn_amt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month using savings account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38941"/>
                  </a:ext>
                </a:extLst>
              </a:tr>
              <a:tr h="359780">
                <a:tc>
                  <a:txBody>
                    <a:bodyPr/>
                    <a:lstStyle/>
                    <a:p>
                      <a:r>
                        <a:rPr lang="en-US" sz="1500" dirty="0" err="1">
                          <a:latin typeface="Avenir Book" panose="02000503020000020003" pitchFamily="2" charset="0"/>
                        </a:rPr>
                        <a:t>ytd_avg_mnthly_checking_txn_amt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month using checking account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510993"/>
                  </a:ext>
                </a:extLst>
              </a:tr>
              <a:tr h="318724">
                <a:tc>
                  <a:txBody>
                    <a:bodyPr/>
                    <a:lstStyle/>
                    <a:p>
                      <a:r>
                        <a:rPr lang="en-US" sz="1500" dirty="0" err="1">
                          <a:latin typeface="Avenir Book" panose="02000503020000020003" pitchFamily="2" charset="0"/>
                        </a:rPr>
                        <a:t>ytd_avg_mnthly_crcrd_txn_amt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month using credit card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094437"/>
                  </a:ext>
                </a:extLst>
              </a:tr>
              <a:tr h="318724">
                <a:tc>
                  <a:txBody>
                    <a:bodyPr/>
                    <a:lstStyle/>
                    <a:p>
                      <a:r>
                        <a:rPr lang="en-US" sz="1500" dirty="0" err="1">
                          <a:latin typeface="Avenir Book" panose="02000503020000020003" pitchFamily="2" charset="0"/>
                        </a:rPr>
                        <a:t>ytd_avg_mnthly_drcrd_txn_amt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month using debit card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624156"/>
                  </a:ext>
                </a:extLst>
              </a:tr>
              <a:tr h="318724">
                <a:tc>
                  <a:txBody>
                    <a:bodyPr/>
                    <a:lstStyle/>
                    <a:p>
                      <a:r>
                        <a:rPr lang="en-US" sz="1500" dirty="0" err="1">
                          <a:latin typeface="Avenir Book" panose="02000503020000020003" pitchFamily="2" charset="0"/>
                        </a:rPr>
                        <a:t>ytd_pos_avg_mnthly_txn_amt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Avenir Book" panose="02000503020000020003" pitchFamily="2" charset="0"/>
                        </a:rPr>
                        <a:t>Avg </a:t>
                      </a:r>
                      <a:r>
                        <a:rPr lang="en-US" sz="1500" dirty="0" err="1">
                          <a:latin typeface="Avenir Book" panose="02000503020000020003" pitchFamily="2" charset="0"/>
                        </a:rPr>
                        <a:t>txn</a:t>
                      </a:r>
                      <a:r>
                        <a:rPr lang="en-US" sz="1500" dirty="0">
                          <a:latin typeface="Avenir Book" panose="02000503020000020003" pitchFamily="2" charset="0"/>
                        </a:rPr>
                        <a:t> amount per month using POS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8444833"/>
                  </a:ext>
                </a:extLst>
              </a:tr>
              <a:tr h="318724">
                <a:tc>
                  <a:txBody>
                    <a:bodyPr/>
                    <a:lstStyle/>
                    <a:p>
                      <a:r>
                        <a:rPr lang="en-US" sz="1500" dirty="0" err="1">
                          <a:latin typeface="Avenir Book" panose="02000503020000020003" pitchFamily="2" charset="0"/>
                        </a:rPr>
                        <a:t>ytd_online_avg_mnthly_txn_amt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amount per month using online </a:t>
                      </a:r>
                      <a:r>
                        <a:rPr lang="en-US" sz="1500" dirty="0" err="1">
                          <a:latin typeface="Avenir Book" panose="02000503020000020003" pitchFamily="2" charset="0"/>
                        </a:rPr>
                        <a:t>txn</a:t>
                      </a:r>
                      <a:r>
                        <a:rPr lang="en-US" sz="1500" dirty="0">
                          <a:latin typeface="Avenir Book" panose="02000503020000020003" pitchFamily="2" charset="0"/>
                        </a:rPr>
                        <a:t> type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4253268"/>
                  </a:ext>
                </a:extLst>
              </a:tr>
              <a:tr h="318724">
                <a:tc>
                  <a:txBody>
                    <a:bodyPr/>
                    <a:lstStyle/>
                    <a:p>
                      <a:r>
                        <a:rPr lang="en-US" sz="1500" dirty="0" err="1">
                          <a:latin typeface="Avenir Book" panose="02000503020000020003" pitchFamily="2" charset="0"/>
                        </a:rPr>
                        <a:t>ytd_atm_avg_mnthly_txn_amt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amount per month using atm </a:t>
                      </a:r>
                      <a:r>
                        <a:rPr lang="en-US" sz="1500" dirty="0" err="1">
                          <a:latin typeface="Avenir Book" panose="02000503020000020003" pitchFamily="2" charset="0"/>
                        </a:rPr>
                        <a:t>txn</a:t>
                      </a:r>
                      <a:r>
                        <a:rPr lang="en-US" sz="1500" dirty="0">
                          <a:latin typeface="Avenir Book" panose="02000503020000020003" pitchFamily="2" charset="0"/>
                        </a:rPr>
                        <a:t> type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6348056"/>
                  </a:ext>
                </a:extLst>
              </a:tr>
              <a:tr h="318724">
                <a:tc>
                  <a:txBody>
                    <a:bodyPr/>
                    <a:lstStyle/>
                    <a:p>
                      <a:r>
                        <a:rPr lang="en-US" sz="1500" dirty="0" err="1">
                          <a:latin typeface="Avenir Book" panose="02000503020000020003" pitchFamily="2" charset="0"/>
                        </a:rPr>
                        <a:t>ytd_wt_avg_mnthly_txn_amt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amount per month using wire transfer </a:t>
                      </a:r>
                      <a:r>
                        <a:rPr lang="en-US" sz="1500" dirty="0" err="1">
                          <a:latin typeface="Avenir Book" panose="02000503020000020003" pitchFamily="2" charset="0"/>
                        </a:rPr>
                        <a:t>txn</a:t>
                      </a:r>
                      <a:r>
                        <a:rPr lang="en-US" sz="1500" dirty="0">
                          <a:latin typeface="Avenir Book" panose="02000503020000020003" pitchFamily="2" charset="0"/>
                        </a:rPr>
                        <a:t> type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6757364"/>
                  </a:ext>
                </a:extLst>
              </a:tr>
              <a:tr h="318724">
                <a:tc>
                  <a:txBody>
                    <a:bodyPr/>
                    <a:lstStyle/>
                    <a:p>
                      <a:r>
                        <a:rPr lang="en-US" sz="1500" dirty="0">
                          <a:latin typeface="Avenir Book" panose="02000503020000020003" pitchFamily="2" charset="0"/>
                        </a:rPr>
                        <a:t>ytd_p2p_avg_mnthly_txn_amt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amount per month using p2p </a:t>
                      </a:r>
                      <a:r>
                        <a:rPr lang="en-US" sz="1500" dirty="0" err="1">
                          <a:latin typeface="Avenir Book" panose="02000503020000020003" pitchFamily="2" charset="0"/>
                        </a:rPr>
                        <a:t>txn</a:t>
                      </a:r>
                      <a:r>
                        <a:rPr lang="en-US" sz="1500" dirty="0">
                          <a:latin typeface="Avenir Book" panose="02000503020000020003" pitchFamily="2" charset="0"/>
                        </a:rPr>
                        <a:t> type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148295"/>
                  </a:ext>
                </a:extLst>
              </a:tr>
              <a:tr h="318724">
                <a:tc>
                  <a:txBody>
                    <a:bodyPr/>
                    <a:lstStyle/>
                    <a:p>
                      <a:r>
                        <a:rPr lang="en-US" sz="1500" dirty="0" err="1">
                          <a:latin typeface="Avenir Book" panose="02000503020000020003" pitchFamily="2" charset="0"/>
                        </a:rPr>
                        <a:t>ytd_chrome_avg_mnthly_cnt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monthly </a:t>
                      </a:r>
                      <a:r>
                        <a:rPr lang="en-US" sz="1500" dirty="0" err="1">
                          <a:latin typeface="Avenir Book" panose="02000503020000020003" pitchFamily="2" charset="0"/>
                        </a:rPr>
                        <a:t>txn</a:t>
                      </a:r>
                      <a:r>
                        <a:rPr lang="en-US" sz="1500" dirty="0">
                          <a:latin typeface="Avenir Book" panose="02000503020000020003" pitchFamily="2" charset="0"/>
                        </a:rPr>
                        <a:t> count using Chrome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4018063"/>
                  </a:ext>
                </a:extLst>
              </a:tr>
              <a:tr h="318724">
                <a:tc>
                  <a:txBody>
                    <a:bodyPr/>
                    <a:lstStyle/>
                    <a:p>
                      <a:r>
                        <a:rPr lang="en-US" sz="1500" dirty="0" err="1">
                          <a:latin typeface="Avenir Book" panose="02000503020000020003" pitchFamily="2" charset="0"/>
                        </a:rPr>
                        <a:t>ytd_firefox_avg_mnthly_cnt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monthly </a:t>
                      </a:r>
                      <a:r>
                        <a:rPr lang="en-US" sz="1500" dirty="0" err="1">
                          <a:latin typeface="Avenir Book" panose="02000503020000020003" pitchFamily="2" charset="0"/>
                        </a:rPr>
                        <a:t>txn</a:t>
                      </a:r>
                      <a:r>
                        <a:rPr lang="en-US" sz="1500" dirty="0">
                          <a:latin typeface="Avenir Book" panose="02000503020000020003" pitchFamily="2" charset="0"/>
                        </a:rPr>
                        <a:t> count using Firefox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494469"/>
                  </a:ext>
                </a:extLst>
              </a:tr>
              <a:tr h="318724">
                <a:tc>
                  <a:txBody>
                    <a:bodyPr/>
                    <a:lstStyle/>
                    <a:p>
                      <a:r>
                        <a:rPr lang="en-US" sz="1500" dirty="0" err="1">
                          <a:latin typeface="Avenir Book" panose="02000503020000020003" pitchFamily="2" charset="0"/>
                        </a:rPr>
                        <a:t>ytd_safari_avg_mnthly_cnt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monthly </a:t>
                      </a:r>
                      <a:r>
                        <a:rPr lang="en-US" sz="1500" dirty="0" err="1">
                          <a:latin typeface="Avenir Book" panose="02000503020000020003" pitchFamily="2" charset="0"/>
                        </a:rPr>
                        <a:t>txn</a:t>
                      </a:r>
                      <a:r>
                        <a:rPr lang="en-US" sz="1500" dirty="0">
                          <a:latin typeface="Avenir Book" panose="02000503020000020003" pitchFamily="2" charset="0"/>
                        </a:rPr>
                        <a:t> count using Safari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297542"/>
                  </a:ext>
                </a:extLst>
              </a:tr>
              <a:tr h="318724">
                <a:tc>
                  <a:txBody>
                    <a:bodyPr/>
                    <a:lstStyle/>
                    <a:p>
                      <a:r>
                        <a:rPr lang="en-US" sz="1500" dirty="0" err="1">
                          <a:latin typeface="Avenir Book" panose="02000503020000020003" pitchFamily="2" charset="0"/>
                        </a:rPr>
                        <a:t>ytd_opera_avg_mnthly_cnt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monthly </a:t>
                      </a:r>
                      <a:r>
                        <a:rPr lang="en-US" sz="1500" dirty="0" err="1">
                          <a:latin typeface="Avenir Book" panose="02000503020000020003" pitchFamily="2" charset="0"/>
                        </a:rPr>
                        <a:t>txn</a:t>
                      </a:r>
                      <a:r>
                        <a:rPr lang="en-US" sz="1500" dirty="0">
                          <a:latin typeface="Avenir Book" panose="02000503020000020003" pitchFamily="2" charset="0"/>
                        </a:rPr>
                        <a:t> count using Opera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262350"/>
                  </a:ext>
                </a:extLst>
              </a:tr>
              <a:tr h="318724">
                <a:tc>
                  <a:txBody>
                    <a:bodyPr/>
                    <a:lstStyle/>
                    <a:p>
                      <a:r>
                        <a:rPr lang="en-US" sz="1500" dirty="0" err="1">
                          <a:latin typeface="Avenir Book" panose="02000503020000020003" pitchFamily="2" charset="0"/>
                        </a:rPr>
                        <a:t>ytd_edge_avg_mnthly_cnt</a:t>
                      </a:r>
                      <a:endParaRPr lang="en-US" sz="15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Avenir Book" panose="02000503020000020003" pitchFamily="2" charset="0"/>
                        </a:rPr>
                        <a:t>Avg monthly </a:t>
                      </a:r>
                      <a:r>
                        <a:rPr lang="en-US" sz="1500" dirty="0" err="1">
                          <a:latin typeface="Avenir Book" panose="02000503020000020003" pitchFamily="2" charset="0"/>
                        </a:rPr>
                        <a:t>txn</a:t>
                      </a:r>
                      <a:r>
                        <a:rPr lang="en-US" sz="1500" dirty="0">
                          <a:latin typeface="Avenir Book" panose="02000503020000020003" pitchFamily="2" charset="0"/>
                        </a:rPr>
                        <a:t> count using MS Edge till date FBY.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840072"/>
                  </a:ext>
                </a:extLst>
              </a:tr>
            </a:tbl>
          </a:graphicData>
        </a:graphic>
      </p:graphicFrame>
      <p:sp>
        <p:nvSpPr>
          <p:cNvPr id="3" name="Rounded Rectangle 2">
            <a:extLst>
              <a:ext uri="{FF2B5EF4-FFF2-40B4-BE49-F238E27FC236}">
                <a16:creationId xmlns:a16="http://schemas.microsoft.com/office/drawing/2014/main" id="{56FA4AC0-A464-99AF-AAFC-F957C9659BBA}"/>
              </a:ext>
            </a:extLst>
          </p:cNvPr>
          <p:cNvSpPr/>
          <p:nvPr/>
        </p:nvSpPr>
        <p:spPr>
          <a:xfrm>
            <a:off x="2438564" y="2825559"/>
            <a:ext cx="1001832" cy="469324"/>
          </a:xfrm>
          <a:prstGeom prst="round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p:txBody>
      </p:sp>
      <p:cxnSp>
        <p:nvCxnSpPr>
          <p:cNvPr id="16" name="Straight Arrow Connector 15">
            <a:extLst>
              <a:ext uri="{FF2B5EF4-FFF2-40B4-BE49-F238E27FC236}">
                <a16:creationId xmlns:a16="http://schemas.microsoft.com/office/drawing/2014/main" id="{CB27B4BF-97B0-99CF-B8DB-25C68ECA340A}"/>
              </a:ext>
            </a:extLst>
          </p:cNvPr>
          <p:cNvCxnSpPr>
            <a:endCxn id="3" idx="1"/>
          </p:cNvCxnSpPr>
          <p:nvPr/>
        </p:nvCxnSpPr>
        <p:spPr>
          <a:xfrm>
            <a:off x="2210637" y="3060221"/>
            <a:ext cx="227927" cy="0"/>
          </a:xfrm>
          <a:prstGeom prst="straightConnector1">
            <a:avLst/>
          </a:prstGeom>
          <a:ln>
            <a:headEnd type="none"/>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8E4171EF-EB20-1896-7C38-CB46E692A6E5}"/>
              </a:ext>
            </a:extLst>
          </p:cNvPr>
          <p:cNvCxnSpPr/>
          <p:nvPr/>
        </p:nvCxnSpPr>
        <p:spPr>
          <a:xfrm>
            <a:off x="3440396" y="3060221"/>
            <a:ext cx="227927" cy="0"/>
          </a:xfrm>
          <a:prstGeom prst="straightConnector1">
            <a:avLst/>
          </a:prstGeom>
          <a:ln>
            <a:headEnd type="none"/>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91676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15E8BE7-54C1-0A11-8B5F-5005C21F106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3B6853E5-EF6B-C244-F528-E9A0001749E7}"/>
              </a:ext>
            </a:extLst>
          </p:cNvPr>
          <p:cNvSpPr>
            <a:spLocks noGrp="1"/>
          </p:cNvSpPr>
          <p:nvPr>
            <p:ph type="ftr" sz="quarter" idx="11"/>
          </p:nvPr>
        </p:nvSpPr>
        <p:spPr>
          <a:xfrm>
            <a:off x="8904933" y="6356349"/>
            <a:ext cx="2154534" cy="365125"/>
          </a:xfrm>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250510F4-57EB-4575-DFA8-CA8BB1132A7B}"/>
              </a:ext>
            </a:extLst>
          </p:cNvPr>
          <p:cNvSpPr>
            <a:spLocks noGrp="1"/>
          </p:cNvSpPr>
          <p:nvPr>
            <p:ph type="sldNum" sz="quarter" idx="12"/>
          </p:nvPr>
        </p:nvSpPr>
        <p:spPr/>
        <p:txBody>
          <a:bodyPr/>
          <a:lstStyle/>
          <a:p>
            <a:fld id="{CC057153-B650-4DEB-B370-79DDCFDCE934}" type="slidenum">
              <a:rPr lang="en-US" smtClean="0"/>
              <a:pPr/>
              <a:t>10</a:t>
            </a:fld>
            <a:endParaRPr lang="en-US" dirty="0"/>
          </a:p>
        </p:txBody>
      </p:sp>
      <p:sp>
        <p:nvSpPr>
          <p:cNvPr id="14" name="Title 1">
            <a:extLst>
              <a:ext uri="{FF2B5EF4-FFF2-40B4-BE49-F238E27FC236}">
                <a16:creationId xmlns:a16="http://schemas.microsoft.com/office/drawing/2014/main" id="{FCACA113-3C3A-C144-7654-6E6C51A903F1}"/>
              </a:ext>
            </a:extLst>
          </p:cNvPr>
          <p:cNvSpPr txBox="1">
            <a:spLocks/>
          </p:cNvSpPr>
          <p:nvPr/>
        </p:nvSpPr>
        <p:spPr>
          <a:xfrm>
            <a:off x="323891" y="136525"/>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Column Description</a:t>
            </a:r>
          </a:p>
        </p:txBody>
      </p:sp>
      <p:graphicFrame>
        <p:nvGraphicFramePr>
          <p:cNvPr id="7" name="Table 6">
            <a:extLst>
              <a:ext uri="{FF2B5EF4-FFF2-40B4-BE49-F238E27FC236}">
                <a16:creationId xmlns:a16="http://schemas.microsoft.com/office/drawing/2014/main" id="{CFC771F0-141D-AD13-8D8F-8447D321696B}"/>
              </a:ext>
            </a:extLst>
          </p:cNvPr>
          <p:cNvGraphicFramePr>
            <a:graphicFrameLocks noGrp="1"/>
          </p:cNvGraphicFramePr>
          <p:nvPr>
            <p:extLst>
              <p:ext uri="{D42A27DB-BD31-4B8C-83A1-F6EECF244321}">
                <p14:modId xmlns:p14="http://schemas.microsoft.com/office/powerpoint/2010/main" val="714028819"/>
              </p:ext>
            </p:extLst>
          </p:nvPr>
        </p:nvGraphicFramePr>
        <p:xfrm>
          <a:off x="323891" y="1382856"/>
          <a:ext cx="11037184" cy="3061320"/>
        </p:xfrm>
        <a:graphic>
          <a:graphicData uri="http://schemas.openxmlformats.org/drawingml/2006/table">
            <a:tbl>
              <a:tblPr firstRow="1" bandRow="1">
                <a:tableStyleId>{5C22544A-7EE6-4342-B048-85BDC9FD1C3A}</a:tableStyleId>
              </a:tblPr>
              <a:tblGrid>
                <a:gridCol w="2021381">
                  <a:extLst>
                    <a:ext uri="{9D8B030D-6E8A-4147-A177-3AD203B41FA5}">
                      <a16:colId xmlns:a16="http://schemas.microsoft.com/office/drawing/2014/main" val="3152313944"/>
                    </a:ext>
                  </a:extLst>
                </a:gridCol>
                <a:gridCol w="2223117">
                  <a:extLst>
                    <a:ext uri="{9D8B030D-6E8A-4147-A177-3AD203B41FA5}">
                      <a16:colId xmlns:a16="http://schemas.microsoft.com/office/drawing/2014/main" val="1751695358"/>
                    </a:ext>
                  </a:extLst>
                </a:gridCol>
                <a:gridCol w="6792686">
                  <a:extLst>
                    <a:ext uri="{9D8B030D-6E8A-4147-A177-3AD203B41FA5}">
                      <a16:colId xmlns:a16="http://schemas.microsoft.com/office/drawing/2014/main" val="2372752648"/>
                    </a:ext>
                  </a:extLst>
                </a:gridCol>
              </a:tblGrid>
              <a:tr h="337500">
                <a:tc>
                  <a:txBody>
                    <a:bodyPr/>
                    <a:lstStyle/>
                    <a:p>
                      <a:r>
                        <a:rPr lang="en-US" sz="1400" dirty="0">
                          <a:latin typeface="Avenir Book" panose="02000503020000020003" pitchFamily="2" charset="0"/>
                        </a:rPr>
                        <a:t>Table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Avenir Book" panose="02000503020000020003" pitchFamily="2" charset="0"/>
                        </a:rPr>
                        <a:t>Column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Avenir Book" panose="02000503020000020003" pitchFamily="2" charset="0"/>
                        </a:rPr>
                        <a:t>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313930"/>
                  </a:ext>
                </a:extLst>
              </a:tr>
              <a:tr h="337500">
                <a:tc>
                  <a:txBody>
                    <a:bodyPr/>
                    <a:lstStyle/>
                    <a:p>
                      <a:r>
                        <a:rPr lang="en-US" sz="1400" u="none" dirty="0">
                          <a:solidFill>
                            <a:srgbClr val="000000"/>
                          </a:solidFill>
                          <a:latin typeface="Avenir Book" panose="02000503020000020003" pitchFamily="2" charset="0"/>
                        </a:rPr>
                        <a:t>txn_hist_agg_cnt_5y</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solidFill>
                            <a:srgbClr val="000000"/>
                          </a:solidFill>
                          <a:latin typeface="Avenir Book" panose="02000503020000020003" pitchFamily="2" charset="0"/>
                        </a:rPr>
                        <a:t>cross_country_txn_</a:t>
                      </a:r>
                      <a:r>
                        <a:rPr lang="en-IN" sz="1400" dirty="0" err="1">
                          <a:solidFill>
                            <a:srgbClr val="000000"/>
                          </a:solidFill>
                          <a:latin typeface="Avenir Book" panose="02000503020000020003" pitchFamily="2" charset="0"/>
                        </a:rPr>
                        <a:t>cnt</a:t>
                      </a:r>
                      <a:r>
                        <a:rPr lang="en-IN" sz="1400" dirty="0">
                          <a:solidFill>
                            <a:srgbClr val="000000"/>
                          </a:solidFill>
                          <a:latin typeface="Avenir Book" panose="02000503020000020003" pitchFamily="2" charset="0"/>
                        </a:rPr>
                        <a:t>_#Y</a:t>
                      </a:r>
                      <a:endParaRPr lang="en-US" sz="14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Avenir Book" panose="02000503020000020003" pitchFamily="2" charset="0"/>
                        </a:rPr>
                        <a:t>Count of transactions where source country and destination country were different. For last 1, 2, 3, 4, 5 yrs.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7695274"/>
                  </a:ext>
                </a:extLst>
              </a:tr>
              <a:tr h="337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solidFill>
                            <a:srgbClr val="000000"/>
                          </a:solidFill>
                          <a:latin typeface="Avenir Book" panose="02000503020000020003" pitchFamily="2" charset="0"/>
                        </a:rPr>
                        <a:t>txn_hist_agg_cnt_5y</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solidFill>
                            <a:srgbClr val="000000"/>
                          </a:solidFill>
                          <a:latin typeface="Avenir Book" panose="02000503020000020003" pitchFamily="2" charset="0"/>
                        </a:rPr>
                        <a:t>savings_txn_</a:t>
                      </a:r>
                      <a:r>
                        <a:rPr lang="en-IN" sz="1400" dirty="0" err="1">
                          <a:solidFill>
                            <a:srgbClr val="000000"/>
                          </a:solidFill>
                          <a:latin typeface="Avenir Book" panose="02000503020000020003" pitchFamily="2" charset="0"/>
                        </a:rPr>
                        <a:t>cnt</a:t>
                      </a:r>
                      <a:r>
                        <a:rPr lang="en-IN" sz="1400" dirty="0">
                          <a:solidFill>
                            <a:srgbClr val="000000"/>
                          </a:solidFill>
                          <a:latin typeface="Avenir Book" panose="02000503020000020003" pitchFamily="2" charset="0"/>
                        </a:rPr>
                        <a:t>_#Y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Avenir Book" panose="02000503020000020003" pitchFamily="2" charset="0"/>
                        </a:rPr>
                        <a:t>Count of transactions from savings account in the last 1, 2, 3, 4, 5 yrs.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9056123"/>
                  </a:ext>
                </a:extLst>
              </a:tr>
              <a:tr h="337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solidFill>
                            <a:srgbClr val="000000"/>
                          </a:solidFill>
                          <a:latin typeface="Avenir Book" panose="02000503020000020003" pitchFamily="2" charset="0"/>
                        </a:rPr>
                        <a:t>txn_hist_agg_cnt_5y</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solidFill>
                            <a:srgbClr val="000000"/>
                          </a:solidFill>
                          <a:latin typeface="Avenir Book" panose="02000503020000020003" pitchFamily="2" charset="0"/>
                        </a:rPr>
                        <a:t>checking_txn_</a:t>
                      </a:r>
                      <a:r>
                        <a:rPr lang="en-IN" sz="1400" dirty="0" err="1">
                          <a:solidFill>
                            <a:srgbClr val="000000"/>
                          </a:solidFill>
                          <a:latin typeface="Avenir Book" panose="02000503020000020003" pitchFamily="2" charset="0"/>
                        </a:rPr>
                        <a:t>cnt</a:t>
                      </a:r>
                      <a:r>
                        <a:rPr lang="en-IN" sz="1400" dirty="0">
                          <a:solidFill>
                            <a:srgbClr val="000000"/>
                          </a:solidFill>
                          <a:latin typeface="Avenir Book" panose="02000503020000020003" pitchFamily="2" charset="0"/>
                        </a:rPr>
                        <a:t>_#Y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Count of transactions from checking account in the last 1, 2, 3, 4, 5 yrs.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8600679"/>
                  </a:ext>
                </a:extLst>
              </a:tr>
              <a:tr h="337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solidFill>
                            <a:srgbClr val="000000"/>
                          </a:solidFill>
                          <a:latin typeface="Avenir Book" panose="02000503020000020003" pitchFamily="2" charset="0"/>
                        </a:rPr>
                        <a:t>txn_hist_agg_cnt_5y</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solidFill>
                            <a:srgbClr val="000000"/>
                          </a:solidFill>
                          <a:latin typeface="Avenir Book" panose="02000503020000020003" pitchFamily="2" charset="0"/>
                        </a:rPr>
                        <a:t>credcard_txn_</a:t>
                      </a:r>
                      <a:r>
                        <a:rPr lang="en-IN" sz="1400" dirty="0" err="1">
                          <a:solidFill>
                            <a:srgbClr val="000000"/>
                          </a:solidFill>
                          <a:latin typeface="Avenir Book" panose="02000503020000020003" pitchFamily="2" charset="0"/>
                        </a:rPr>
                        <a:t>cnt</a:t>
                      </a:r>
                      <a:r>
                        <a:rPr lang="en-IN" sz="1400" dirty="0">
                          <a:solidFill>
                            <a:srgbClr val="000000"/>
                          </a:solidFill>
                          <a:latin typeface="Avenir Book" panose="02000503020000020003" pitchFamily="2" charset="0"/>
                        </a:rPr>
                        <a:t>_#Y</a:t>
                      </a:r>
                      <a:endParaRPr lang="en-US" sz="14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Count of transactions from credit card in the last 1, 2, 3, 4, 5 yrs.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0122095"/>
                  </a:ext>
                </a:extLst>
              </a:tr>
              <a:tr h="337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solidFill>
                            <a:srgbClr val="000000"/>
                          </a:solidFill>
                          <a:latin typeface="Avenir Book" panose="02000503020000020003" pitchFamily="2" charset="0"/>
                        </a:rPr>
                        <a:t>txn_hist_agg_cnt_5y</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solidFill>
                            <a:srgbClr val="000000"/>
                          </a:solidFill>
                          <a:latin typeface="Avenir Book" panose="02000503020000020003" pitchFamily="2" charset="0"/>
                        </a:rPr>
                        <a:t>debtcard_txn_</a:t>
                      </a:r>
                      <a:r>
                        <a:rPr lang="en-IN" sz="1400" dirty="0" err="1">
                          <a:solidFill>
                            <a:srgbClr val="000000"/>
                          </a:solidFill>
                          <a:latin typeface="Avenir Book" panose="02000503020000020003" pitchFamily="2" charset="0"/>
                        </a:rPr>
                        <a:t>cnt</a:t>
                      </a:r>
                      <a:r>
                        <a:rPr lang="en-IN" sz="1400" dirty="0">
                          <a:solidFill>
                            <a:srgbClr val="000000"/>
                          </a:solidFill>
                          <a:latin typeface="Avenir Book" panose="02000503020000020003" pitchFamily="2" charset="0"/>
                        </a:rPr>
                        <a:t>_#Y</a:t>
                      </a:r>
                      <a:endParaRPr lang="en-US" sz="14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Count of transactions from debit card in the last 1, 2, 3, 4, 5 yrs.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904564"/>
                  </a:ext>
                </a:extLst>
              </a:tr>
              <a:tr h="337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solidFill>
                            <a:srgbClr val="000000"/>
                          </a:solidFill>
                          <a:latin typeface="Avenir Book" panose="02000503020000020003" pitchFamily="2" charset="0"/>
                        </a:rPr>
                        <a:t>txn_hist_agg_cnt_5y</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solidFill>
                            <a:srgbClr val="000000"/>
                          </a:solidFill>
                          <a:latin typeface="Avenir Book" panose="02000503020000020003" pitchFamily="2" charset="0"/>
                        </a:rPr>
                        <a:t>devc_mismtch_</a:t>
                      </a:r>
                      <a:r>
                        <a:rPr lang="en-IN" sz="1400" dirty="0" err="1">
                          <a:solidFill>
                            <a:srgbClr val="000000"/>
                          </a:solidFill>
                          <a:latin typeface="Avenir Book" panose="02000503020000020003" pitchFamily="2" charset="0"/>
                        </a:rPr>
                        <a:t>cnt</a:t>
                      </a:r>
                      <a:r>
                        <a:rPr lang="en-IN" sz="1400" dirty="0">
                          <a:solidFill>
                            <a:srgbClr val="000000"/>
                          </a:solidFill>
                          <a:latin typeface="Avenir Book" panose="02000503020000020003" pitchFamily="2" charset="0"/>
                        </a:rPr>
                        <a:t>_#Y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Avenir Book" panose="02000503020000020003" pitchFamily="2" charset="0"/>
                        </a:rPr>
                        <a:t>No. of times where device id used in transaction is different than </a:t>
                      </a:r>
                      <a:r>
                        <a:rPr lang="en-US" sz="1400" dirty="0" err="1">
                          <a:latin typeface="Avenir Book" panose="02000503020000020003" pitchFamily="2" charset="0"/>
                        </a:rPr>
                        <a:t>cust</a:t>
                      </a:r>
                      <a:r>
                        <a:rPr lang="en-US" sz="1400" dirty="0">
                          <a:latin typeface="Avenir Book" panose="02000503020000020003" pitchFamily="2" charset="0"/>
                        </a:rPr>
                        <a:t> device in the last 1, 2, 3, 4, 5 yrs.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737774"/>
                  </a:ext>
                </a:extLst>
              </a:tr>
              <a:tr h="337500">
                <a:tc>
                  <a:txBody>
                    <a:bodyPr/>
                    <a:lstStyle/>
                    <a:p>
                      <a:r>
                        <a:rPr lang="en-US" sz="1400" u="none" dirty="0" err="1">
                          <a:solidFill>
                            <a:srgbClr val="000000"/>
                          </a:solidFill>
                          <a:latin typeface="Avenir Book" panose="02000503020000020003" pitchFamily="2" charset="0"/>
                        </a:rPr>
                        <a:t>txn_geography_dtl</a:t>
                      </a:r>
                      <a:endParaRPr lang="en-US" sz="1400" u="none"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solidFill>
                            <a:srgbClr val="000000"/>
                          </a:solidFill>
                          <a:latin typeface="Avenir Book" panose="02000503020000020003" pitchFamily="2" charset="0"/>
                        </a:rPr>
                        <a:t>device_mismatch</a:t>
                      </a:r>
                      <a:endParaRPr lang="en-US" sz="1400" dirty="0">
                        <a:latin typeface="Avenir Book" panose="02000503020000020003"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Avenir Book" panose="02000503020000020003" pitchFamily="2" charset="0"/>
                        </a:rPr>
                        <a:t>Flag to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0212178"/>
                  </a:ext>
                </a:extLst>
              </a:tr>
            </a:tbl>
          </a:graphicData>
        </a:graphic>
      </p:graphicFrame>
    </p:spTree>
    <p:extLst>
      <p:ext uri="{BB962C8B-B14F-4D97-AF65-F5344CB8AC3E}">
        <p14:creationId xmlns:p14="http://schemas.microsoft.com/office/powerpoint/2010/main" val="2895478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C48DBE8-7933-1ADB-0D6E-CC7F098364B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9354D4FE-1CDA-A38A-A375-76C90CA3652E}"/>
              </a:ext>
            </a:extLst>
          </p:cNvPr>
          <p:cNvSpPr>
            <a:spLocks noGrp="1"/>
          </p:cNvSpPr>
          <p:nvPr>
            <p:ph type="ftr" sz="quarter" idx="11"/>
          </p:nvPr>
        </p:nvSpPr>
        <p:spPr>
          <a:xfrm>
            <a:off x="9005416" y="6372761"/>
            <a:ext cx="1953567" cy="365125"/>
          </a:xfrm>
        </p:spPr>
        <p:txBody>
          <a:bodyPr/>
          <a:lstStyle/>
          <a:p>
            <a:r>
              <a:rPr lang="en-US" sz="1600" dirty="0">
                <a:solidFill>
                  <a:srgbClr val="000000"/>
                </a:solidFill>
              </a:rPr>
              <a:t>www.3aayaam.in</a:t>
            </a:r>
          </a:p>
        </p:txBody>
      </p:sp>
      <p:sp>
        <p:nvSpPr>
          <p:cNvPr id="6" name="Slide Number Placeholder 5">
            <a:extLst>
              <a:ext uri="{FF2B5EF4-FFF2-40B4-BE49-F238E27FC236}">
                <a16:creationId xmlns:a16="http://schemas.microsoft.com/office/drawing/2014/main" id="{631CD3AC-5558-3B2D-DCF7-CC994873D125}"/>
              </a:ext>
            </a:extLst>
          </p:cNvPr>
          <p:cNvSpPr>
            <a:spLocks noGrp="1"/>
          </p:cNvSpPr>
          <p:nvPr>
            <p:ph type="sldNum" sz="quarter" idx="12"/>
          </p:nvPr>
        </p:nvSpPr>
        <p:spPr/>
        <p:txBody>
          <a:bodyPr/>
          <a:lstStyle/>
          <a:p>
            <a:fld id="{CC057153-B650-4DEB-B370-79DDCFDCE934}" type="slidenum">
              <a:rPr lang="en-US" smtClean="0"/>
              <a:pPr/>
              <a:t>11</a:t>
            </a:fld>
            <a:endParaRPr lang="en-US" dirty="0"/>
          </a:p>
        </p:txBody>
      </p:sp>
      <p:sp>
        <p:nvSpPr>
          <p:cNvPr id="14" name="Title 1">
            <a:extLst>
              <a:ext uri="{FF2B5EF4-FFF2-40B4-BE49-F238E27FC236}">
                <a16:creationId xmlns:a16="http://schemas.microsoft.com/office/drawing/2014/main" id="{017514A1-4F42-EC1B-68AF-09B2B8DCF64B}"/>
              </a:ext>
            </a:extLst>
          </p:cNvPr>
          <p:cNvSpPr txBox="1">
            <a:spLocks/>
          </p:cNvSpPr>
          <p:nvPr/>
        </p:nvSpPr>
        <p:spPr>
          <a:xfrm>
            <a:off x="323890" y="43964"/>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ETL 2</a:t>
            </a:r>
          </a:p>
        </p:txBody>
      </p:sp>
      <p:sp>
        <p:nvSpPr>
          <p:cNvPr id="41" name="Rounded Rectangle 40">
            <a:extLst>
              <a:ext uri="{FF2B5EF4-FFF2-40B4-BE49-F238E27FC236}">
                <a16:creationId xmlns:a16="http://schemas.microsoft.com/office/drawing/2014/main" id="{59CBB384-8636-64ED-FB06-74CA8C5937F7}"/>
              </a:ext>
            </a:extLst>
          </p:cNvPr>
          <p:cNvSpPr/>
          <p:nvPr/>
        </p:nvSpPr>
        <p:spPr>
          <a:xfrm>
            <a:off x="2818682" y="1988807"/>
            <a:ext cx="866669" cy="517261"/>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venir Book" panose="02000503020000020003" pitchFamily="2" charset="0"/>
              </a:rPr>
              <a:t>Aurora </a:t>
            </a:r>
          </a:p>
          <a:p>
            <a:pPr algn="ctr"/>
            <a:r>
              <a:rPr lang="en-US" sz="1400" dirty="0">
                <a:latin typeface="Avenir Book" panose="02000503020000020003" pitchFamily="2" charset="0"/>
              </a:rPr>
              <a:t>MySQL</a:t>
            </a:r>
          </a:p>
        </p:txBody>
      </p:sp>
      <p:sp>
        <p:nvSpPr>
          <p:cNvPr id="42" name="Rectangle 41">
            <a:extLst>
              <a:ext uri="{FF2B5EF4-FFF2-40B4-BE49-F238E27FC236}">
                <a16:creationId xmlns:a16="http://schemas.microsoft.com/office/drawing/2014/main" id="{599700B8-AD98-A0BD-2DB6-AA84AA32F264}"/>
              </a:ext>
            </a:extLst>
          </p:cNvPr>
          <p:cNvSpPr/>
          <p:nvPr/>
        </p:nvSpPr>
        <p:spPr>
          <a:xfrm>
            <a:off x="4206947" y="2873454"/>
            <a:ext cx="1306285" cy="683287"/>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 DataFrame</a:t>
            </a:r>
          </a:p>
        </p:txBody>
      </p:sp>
      <p:cxnSp>
        <p:nvCxnSpPr>
          <p:cNvPr id="45" name="Elbow Connector 44">
            <a:extLst>
              <a:ext uri="{FF2B5EF4-FFF2-40B4-BE49-F238E27FC236}">
                <a16:creationId xmlns:a16="http://schemas.microsoft.com/office/drawing/2014/main" id="{6E1F7CC7-089B-294C-A8A1-32A3B7015DD1}"/>
              </a:ext>
            </a:extLst>
          </p:cNvPr>
          <p:cNvCxnSpPr>
            <a:cxnSpLocks/>
            <a:stCxn id="41" idx="3"/>
            <a:endCxn id="42" idx="0"/>
          </p:cNvCxnSpPr>
          <p:nvPr/>
        </p:nvCxnSpPr>
        <p:spPr>
          <a:xfrm>
            <a:off x="3685351" y="2247438"/>
            <a:ext cx="1174739" cy="626016"/>
          </a:xfrm>
          <a:prstGeom prst="bentConnector2">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46" name="Elbow Connector 45">
            <a:extLst>
              <a:ext uri="{FF2B5EF4-FFF2-40B4-BE49-F238E27FC236}">
                <a16:creationId xmlns:a16="http://schemas.microsoft.com/office/drawing/2014/main" id="{249D2483-F00D-C96C-8D85-20E0DC2DA17C}"/>
              </a:ext>
            </a:extLst>
          </p:cNvPr>
          <p:cNvCxnSpPr>
            <a:cxnSpLocks/>
            <a:stCxn id="19" idx="0"/>
            <a:endCxn id="42" idx="2"/>
          </p:cNvCxnSpPr>
          <p:nvPr/>
        </p:nvCxnSpPr>
        <p:spPr>
          <a:xfrm rot="5400000" flipH="1" flipV="1">
            <a:off x="3857378" y="3007843"/>
            <a:ext cx="453814" cy="1551610"/>
          </a:xfrm>
          <a:prstGeom prst="bentConnector3">
            <a:avLst>
              <a:gd name="adj1" fmla="val 50000"/>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FFDAC889-A10C-9676-E904-1B156014F9DC}"/>
              </a:ext>
            </a:extLst>
          </p:cNvPr>
          <p:cNvCxnSpPr>
            <a:cxnSpLocks/>
            <a:stCxn id="18" idx="3"/>
            <a:endCxn id="42" idx="1"/>
          </p:cNvCxnSpPr>
          <p:nvPr/>
        </p:nvCxnSpPr>
        <p:spPr>
          <a:xfrm flipV="1">
            <a:off x="3685351" y="3215098"/>
            <a:ext cx="521596" cy="4390"/>
          </a:xfrm>
          <a:prstGeom prst="straightConnector1">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2" name="Can 1">
            <a:extLst>
              <a:ext uri="{FF2B5EF4-FFF2-40B4-BE49-F238E27FC236}">
                <a16:creationId xmlns:a16="http://schemas.microsoft.com/office/drawing/2014/main" id="{1D7D6197-10B4-7EE0-BBE6-7342487C902A}"/>
              </a:ext>
            </a:extLst>
          </p:cNvPr>
          <p:cNvSpPr/>
          <p:nvPr/>
        </p:nvSpPr>
        <p:spPr>
          <a:xfrm>
            <a:off x="964764" y="1864328"/>
            <a:ext cx="1813725"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account</a:t>
            </a:r>
          </a:p>
        </p:txBody>
      </p:sp>
      <p:sp>
        <p:nvSpPr>
          <p:cNvPr id="3" name="Can 2">
            <a:extLst>
              <a:ext uri="{FF2B5EF4-FFF2-40B4-BE49-F238E27FC236}">
                <a16:creationId xmlns:a16="http://schemas.microsoft.com/office/drawing/2014/main" id="{8378A478-34C9-F75E-2E54-5B15361E64DA}"/>
              </a:ext>
            </a:extLst>
          </p:cNvPr>
          <p:cNvSpPr/>
          <p:nvPr/>
        </p:nvSpPr>
        <p:spPr>
          <a:xfrm>
            <a:off x="964764" y="2873455"/>
            <a:ext cx="1813725"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customer</a:t>
            </a:r>
          </a:p>
        </p:txBody>
      </p:sp>
      <p:sp>
        <p:nvSpPr>
          <p:cNvPr id="7" name="Can 6">
            <a:extLst>
              <a:ext uri="{FF2B5EF4-FFF2-40B4-BE49-F238E27FC236}">
                <a16:creationId xmlns:a16="http://schemas.microsoft.com/office/drawing/2014/main" id="{1160BA45-BBFE-03BC-1C70-1B24F34A1F3A}"/>
              </a:ext>
            </a:extLst>
          </p:cNvPr>
          <p:cNvSpPr/>
          <p:nvPr/>
        </p:nvSpPr>
        <p:spPr>
          <a:xfrm>
            <a:off x="964764" y="3892370"/>
            <a:ext cx="1813725"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transaction_hist</a:t>
            </a:r>
            <a:endParaRPr lang="en-US" sz="1600" dirty="0">
              <a:latin typeface="Avenir Book" panose="02000503020000020003" pitchFamily="2" charset="0"/>
            </a:endParaRPr>
          </a:p>
        </p:txBody>
      </p:sp>
      <p:sp>
        <p:nvSpPr>
          <p:cNvPr id="18" name="Rounded Rectangle 17">
            <a:extLst>
              <a:ext uri="{FF2B5EF4-FFF2-40B4-BE49-F238E27FC236}">
                <a16:creationId xmlns:a16="http://schemas.microsoft.com/office/drawing/2014/main" id="{15349CD4-2A27-93A0-41AA-5F07FA608ACB}"/>
              </a:ext>
            </a:extLst>
          </p:cNvPr>
          <p:cNvSpPr/>
          <p:nvPr/>
        </p:nvSpPr>
        <p:spPr>
          <a:xfrm>
            <a:off x="2818682" y="2959987"/>
            <a:ext cx="866669" cy="519002"/>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venir Book" panose="02000503020000020003" pitchFamily="2" charset="0"/>
              </a:rPr>
              <a:t>Aurora </a:t>
            </a:r>
          </a:p>
          <a:p>
            <a:pPr algn="ctr"/>
            <a:r>
              <a:rPr lang="en-US" sz="1400" dirty="0">
                <a:latin typeface="Avenir Book" panose="02000503020000020003" pitchFamily="2" charset="0"/>
              </a:rPr>
              <a:t>MySQL</a:t>
            </a:r>
          </a:p>
        </p:txBody>
      </p:sp>
      <p:sp>
        <p:nvSpPr>
          <p:cNvPr id="19" name="Rounded Rectangle 18">
            <a:extLst>
              <a:ext uri="{FF2B5EF4-FFF2-40B4-BE49-F238E27FC236}">
                <a16:creationId xmlns:a16="http://schemas.microsoft.com/office/drawing/2014/main" id="{A056DD4B-5F9E-05F2-B304-FB087825EFC3}"/>
              </a:ext>
            </a:extLst>
          </p:cNvPr>
          <p:cNvSpPr/>
          <p:nvPr/>
        </p:nvSpPr>
        <p:spPr>
          <a:xfrm>
            <a:off x="2818682" y="4010555"/>
            <a:ext cx="979595" cy="432080"/>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Redshift</a:t>
            </a:r>
          </a:p>
        </p:txBody>
      </p:sp>
      <p:sp>
        <p:nvSpPr>
          <p:cNvPr id="29" name="Can 28">
            <a:extLst>
              <a:ext uri="{FF2B5EF4-FFF2-40B4-BE49-F238E27FC236}">
                <a16:creationId xmlns:a16="http://schemas.microsoft.com/office/drawing/2014/main" id="{0B115CEB-E5A2-412A-1231-726BE643007D}"/>
              </a:ext>
            </a:extLst>
          </p:cNvPr>
          <p:cNvSpPr/>
          <p:nvPr/>
        </p:nvSpPr>
        <p:spPr>
          <a:xfrm>
            <a:off x="6304515" y="2445254"/>
            <a:ext cx="2087624"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txn_geography_dtl</a:t>
            </a:r>
            <a:endParaRPr lang="en-US" sz="1600" dirty="0">
              <a:latin typeface="Avenir Book" panose="02000503020000020003" pitchFamily="2" charset="0"/>
            </a:endParaRPr>
          </a:p>
        </p:txBody>
      </p:sp>
      <p:sp>
        <p:nvSpPr>
          <p:cNvPr id="33" name="Can 32">
            <a:extLst>
              <a:ext uri="{FF2B5EF4-FFF2-40B4-BE49-F238E27FC236}">
                <a16:creationId xmlns:a16="http://schemas.microsoft.com/office/drawing/2014/main" id="{64CA81EB-C2FC-3EBC-501F-29557B13EC10}"/>
              </a:ext>
            </a:extLst>
          </p:cNvPr>
          <p:cNvSpPr/>
          <p:nvPr/>
        </p:nvSpPr>
        <p:spPr>
          <a:xfrm>
            <a:off x="6304515" y="3355149"/>
            <a:ext cx="2087624"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txn_hist_agg_cnt_5y</a:t>
            </a:r>
          </a:p>
        </p:txBody>
      </p:sp>
      <p:cxnSp>
        <p:nvCxnSpPr>
          <p:cNvPr id="60" name="Elbow Connector 59">
            <a:extLst>
              <a:ext uri="{FF2B5EF4-FFF2-40B4-BE49-F238E27FC236}">
                <a16:creationId xmlns:a16="http://schemas.microsoft.com/office/drawing/2014/main" id="{45084889-B7E2-0FA8-920F-95A0AC988761}"/>
              </a:ext>
            </a:extLst>
          </p:cNvPr>
          <p:cNvCxnSpPr>
            <a:cxnSpLocks/>
            <a:stCxn id="42" idx="3"/>
            <a:endCxn id="29" idx="2"/>
          </p:cNvCxnSpPr>
          <p:nvPr/>
        </p:nvCxnSpPr>
        <p:spPr>
          <a:xfrm flipV="1">
            <a:off x="5513232" y="2786898"/>
            <a:ext cx="791283" cy="428200"/>
          </a:xfrm>
          <a:prstGeom prst="bentConnector3">
            <a:avLst>
              <a:gd name="adj1" fmla="val 50000"/>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63" name="Elbow Connector 62">
            <a:extLst>
              <a:ext uri="{FF2B5EF4-FFF2-40B4-BE49-F238E27FC236}">
                <a16:creationId xmlns:a16="http://schemas.microsoft.com/office/drawing/2014/main" id="{6E36F7B3-B00C-1F3A-3603-A9BB0994394B}"/>
              </a:ext>
            </a:extLst>
          </p:cNvPr>
          <p:cNvCxnSpPr>
            <a:cxnSpLocks/>
            <a:stCxn id="42" idx="3"/>
            <a:endCxn id="33" idx="2"/>
          </p:cNvCxnSpPr>
          <p:nvPr/>
        </p:nvCxnSpPr>
        <p:spPr>
          <a:xfrm>
            <a:off x="5513232" y="3215098"/>
            <a:ext cx="791283" cy="481695"/>
          </a:xfrm>
          <a:prstGeom prst="bentConnector3">
            <a:avLst>
              <a:gd name="adj1" fmla="val 50000"/>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66" name="Rounded Rectangle 65">
            <a:extLst>
              <a:ext uri="{FF2B5EF4-FFF2-40B4-BE49-F238E27FC236}">
                <a16:creationId xmlns:a16="http://schemas.microsoft.com/office/drawing/2014/main" id="{86801CA0-B289-E17E-2671-709825C8DFB1}"/>
              </a:ext>
            </a:extLst>
          </p:cNvPr>
          <p:cNvSpPr/>
          <p:nvPr/>
        </p:nvSpPr>
        <p:spPr>
          <a:xfrm>
            <a:off x="6837381" y="1925272"/>
            <a:ext cx="1065328" cy="432080"/>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Redshift</a:t>
            </a:r>
          </a:p>
        </p:txBody>
      </p:sp>
      <p:sp>
        <p:nvSpPr>
          <p:cNvPr id="73" name="Can 72">
            <a:extLst>
              <a:ext uri="{FF2B5EF4-FFF2-40B4-BE49-F238E27FC236}">
                <a16:creationId xmlns:a16="http://schemas.microsoft.com/office/drawing/2014/main" id="{6C3A47D7-92CE-C024-4012-BD91A7D974D0}"/>
              </a:ext>
            </a:extLst>
          </p:cNvPr>
          <p:cNvSpPr/>
          <p:nvPr/>
        </p:nvSpPr>
        <p:spPr>
          <a:xfrm>
            <a:off x="9183422" y="2772035"/>
            <a:ext cx="1668862" cy="886076"/>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calc_risk_score</a:t>
            </a:r>
            <a:endParaRPr lang="en-US" sz="1600" dirty="0">
              <a:latin typeface="Avenir Book" panose="02000503020000020003" pitchFamily="2" charset="0"/>
            </a:endParaRPr>
          </a:p>
        </p:txBody>
      </p:sp>
      <p:sp>
        <p:nvSpPr>
          <p:cNvPr id="81" name="Rounded Rectangle 80">
            <a:extLst>
              <a:ext uri="{FF2B5EF4-FFF2-40B4-BE49-F238E27FC236}">
                <a16:creationId xmlns:a16="http://schemas.microsoft.com/office/drawing/2014/main" id="{68B37225-3DE1-A166-B317-1637761C9ECA}"/>
              </a:ext>
            </a:extLst>
          </p:cNvPr>
          <p:cNvSpPr/>
          <p:nvPr/>
        </p:nvSpPr>
        <p:spPr>
          <a:xfrm>
            <a:off x="10929613" y="3023853"/>
            <a:ext cx="1065328" cy="432080"/>
          </a:xfrm>
          <a:prstGeom prst="round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Redshift</a:t>
            </a:r>
          </a:p>
        </p:txBody>
      </p:sp>
      <p:cxnSp>
        <p:nvCxnSpPr>
          <p:cNvPr id="82" name="Elbow Connector 81">
            <a:extLst>
              <a:ext uri="{FF2B5EF4-FFF2-40B4-BE49-F238E27FC236}">
                <a16:creationId xmlns:a16="http://schemas.microsoft.com/office/drawing/2014/main" id="{6E374241-6883-9052-DB5F-0B1B8C191D46}"/>
              </a:ext>
            </a:extLst>
          </p:cNvPr>
          <p:cNvCxnSpPr>
            <a:cxnSpLocks/>
            <a:stCxn id="29" idx="4"/>
            <a:endCxn id="73" idx="2"/>
          </p:cNvCxnSpPr>
          <p:nvPr/>
        </p:nvCxnSpPr>
        <p:spPr>
          <a:xfrm>
            <a:off x="8392139" y="2786898"/>
            <a:ext cx="791283" cy="428175"/>
          </a:xfrm>
          <a:prstGeom prst="bentConnector3">
            <a:avLst>
              <a:gd name="adj1" fmla="val 50000"/>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85" name="Elbow Connector 84">
            <a:extLst>
              <a:ext uri="{FF2B5EF4-FFF2-40B4-BE49-F238E27FC236}">
                <a16:creationId xmlns:a16="http://schemas.microsoft.com/office/drawing/2014/main" id="{90BE91C8-B8ED-573D-0B84-643179AA5BAF}"/>
              </a:ext>
            </a:extLst>
          </p:cNvPr>
          <p:cNvCxnSpPr>
            <a:cxnSpLocks/>
            <a:stCxn id="33" idx="4"/>
            <a:endCxn id="73" idx="2"/>
          </p:cNvCxnSpPr>
          <p:nvPr/>
        </p:nvCxnSpPr>
        <p:spPr>
          <a:xfrm flipV="1">
            <a:off x="8392139" y="3215073"/>
            <a:ext cx="791283" cy="481720"/>
          </a:xfrm>
          <a:prstGeom prst="bentConnector3">
            <a:avLst>
              <a:gd name="adj1" fmla="val 50000"/>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88" name="Rectangle 87">
            <a:extLst>
              <a:ext uri="{FF2B5EF4-FFF2-40B4-BE49-F238E27FC236}">
                <a16:creationId xmlns:a16="http://schemas.microsoft.com/office/drawing/2014/main" id="{79A98F3D-EBA5-E5A7-BD43-6EE5E5CD5212}"/>
              </a:ext>
            </a:extLst>
          </p:cNvPr>
          <p:cNvSpPr/>
          <p:nvPr/>
        </p:nvSpPr>
        <p:spPr>
          <a:xfrm>
            <a:off x="8408081" y="2250202"/>
            <a:ext cx="1104400" cy="414664"/>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SparkSQL</a:t>
            </a:r>
            <a:endParaRPr lang="en-US" sz="1600" dirty="0">
              <a:latin typeface="Avenir Book" panose="02000503020000020003" pitchFamily="2" charset="0"/>
            </a:endParaRPr>
          </a:p>
        </p:txBody>
      </p:sp>
      <p:cxnSp>
        <p:nvCxnSpPr>
          <p:cNvPr id="89" name="Elbow Connector 88">
            <a:extLst>
              <a:ext uri="{FF2B5EF4-FFF2-40B4-BE49-F238E27FC236}">
                <a16:creationId xmlns:a16="http://schemas.microsoft.com/office/drawing/2014/main" id="{EBAB7D86-7A3F-7D2E-9126-F68C1A688B8D}"/>
              </a:ext>
            </a:extLst>
          </p:cNvPr>
          <p:cNvCxnSpPr>
            <a:cxnSpLocks/>
            <a:stCxn id="3" idx="2"/>
            <a:endCxn id="73" idx="3"/>
          </p:cNvCxnSpPr>
          <p:nvPr/>
        </p:nvCxnSpPr>
        <p:spPr>
          <a:xfrm rot="10800000" flipH="1" flipV="1">
            <a:off x="964763" y="3215099"/>
            <a:ext cx="9053089" cy="443012"/>
          </a:xfrm>
          <a:prstGeom prst="bentConnector4">
            <a:avLst>
              <a:gd name="adj1" fmla="val -2525"/>
              <a:gd name="adj2" fmla="val 489561"/>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93" name="Elbow Connector 92">
            <a:extLst>
              <a:ext uri="{FF2B5EF4-FFF2-40B4-BE49-F238E27FC236}">
                <a16:creationId xmlns:a16="http://schemas.microsoft.com/office/drawing/2014/main" id="{A82A4786-EBD2-61EB-8F43-088C69E91E5B}"/>
              </a:ext>
            </a:extLst>
          </p:cNvPr>
          <p:cNvCxnSpPr>
            <a:cxnSpLocks/>
            <a:stCxn id="2" idx="1"/>
            <a:endCxn id="73" idx="1"/>
          </p:cNvCxnSpPr>
          <p:nvPr/>
        </p:nvCxnSpPr>
        <p:spPr>
          <a:xfrm rot="16200000" flipH="1">
            <a:off x="5490886" y="-1754932"/>
            <a:ext cx="907707" cy="8146226"/>
          </a:xfrm>
          <a:prstGeom prst="bentConnector3">
            <a:avLst>
              <a:gd name="adj1" fmla="val -25184"/>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
        <p:nvSpPr>
          <p:cNvPr id="118" name="Can 117">
            <a:extLst>
              <a:ext uri="{FF2B5EF4-FFF2-40B4-BE49-F238E27FC236}">
                <a16:creationId xmlns:a16="http://schemas.microsoft.com/office/drawing/2014/main" id="{15E6A2D5-52B1-911A-4628-BFEEEB3203C6}"/>
              </a:ext>
            </a:extLst>
          </p:cNvPr>
          <p:cNvSpPr/>
          <p:nvPr/>
        </p:nvSpPr>
        <p:spPr>
          <a:xfrm>
            <a:off x="6304515" y="4181193"/>
            <a:ext cx="2087624" cy="683287"/>
          </a:xfrm>
          <a:prstGeom prst="can">
            <a:avLst>
              <a:gd name="adj" fmla="val 44117"/>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latin typeface="Avenir Book" panose="02000503020000020003" pitchFamily="2" charset="0"/>
              </a:rPr>
              <a:t>txn_hist_agg_last_yr</a:t>
            </a:r>
            <a:endParaRPr lang="en-US" sz="1600" dirty="0">
              <a:latin typeface="Avenir Book" panose="02000503020000020003" pitchFamily="2" charset="0"/>
            </a:endParaRPr>
          </a:p>
        </p:txBody>
      </p:sp>
      <p:sp>
        <p:nvSpPr>
          <p:cNvPr id="120" name="Rectangle 119">
            <a:extLst>
              <a:ext uri="{FF2B5EF4-FFF2-40B4-BE49-F238E27FC236}">
                <a16:creationId xmlns:a16="http://schemas.microsoft.com/office/drawing/2014/main" id="{7821DD3A-9A8C-4CE1-1892-656B57C9FF2D}"/>
              </a:ext>
            </a:extLst>
          </p:cNvPr>
          <p:cNvSpPr/>
          <p:nvPr/>
        </p:nvSpPr>
        <p:spPr>
          <a:xfrm>
            <a:off x="4206946" y="4008184"/>
            <a:ext cx="1306285" cy="432081"/>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PySpark</a:t>
            </a:r>
          </a:p>
        </p:txBody>
      </p:sp>
      <p:cxnSp>
        <p:nvCxnSpPr>
          <p:cNvPr id="122" name="Elbow Connector 121">
            <a:extLst>
              <a:ext uri="{FF2B5EF4-FFF2-40B4-BE49-F238E27FC236}">
                <a16:creationId xmlns:a16="http://schemas.microsoft.com/office/drawing/2014/main" id="{E6B15700-722C-CEDF-BFC6-988F887F8D2A}"/>
              </a:ext>
            </a:extLst>
          </p:cNvPr>
          <p:cNvCxnSpPr>
            <a:cxnSpLocks/>
            <a:stCxn id="120" idx="3"/>
            <a:endCxn id="118" idx="2"/>
          </p:cNvCxnSpPr>
          <p:nvPr/>
        </p:nvCxnSpPr>
        <p:spPr>
          <a:xfrm>
            <a:off x="5513231" y="4224225"/>
            <a:ext cx="791284" cy="298612"/>
          </a:xfrm>
          <a:prstGeom prst="bentConnector3">
            <a:avLst>
              <a:gd name="adj1" fmla="val 50000"/>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57503AD8-5BB3-38BA-1651-3A4A753C76FE}"/>
              </a:ext>
            </a:extLst>
          </p:cNvPr>
          <p:cNvCxnSpPr>
            <a:cxnSpLocks/>
            <a:stCxn id="19" idx="3"/>
            <a:endCxn id="120" idx="1"/>
          </p:cNvCxnSpPr>
          <p:nvPr/>
        </p:nvCxnSpPr>
        <p:spPr>
          <a:xfrm flipV="1">
            <a:off x="3798277" y="4224225"/>
            <a:ext cx="408669" cy="2370"/>
          </a:xfrm>
          <a:prstGeom prst="straightConnector1">
            <a:avLst/>
          </a:prstGeom>
          <a:ln w="28575">
            <a:solidFill>
              <a:schemeClr val="bg1">
                <a:lumMod val="65000"/>
              </a:schemeClr>
            </a:solidFill>
            <a:headEnd type="none"/>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96965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7ABE09C-2C0E-B6C1-1052-0342BA025D1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68C95C9-0E77-2CC2-26AC-49E824C48E55}"/>
              </a:ext>
            </a:extLst>
          </p:cNvPr>
          <p:cNvSpPr>
            <a:spLocks noGrp="1"/>
          </p:cNvSpPr>
          <p:nvPr>
            <p:ph type="ftr" sz="quarter" idx="11"/>
          </p:nvPr>
        </p:nvSpPr>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5D847EEF-00DE-54E9-0311-593BAD1B4853}"/>
              </a:ext>
            </a:extLst>
          </p:cNvPr>
          <p:cNvSpPr>
            <a:spLocks noGrp="1"/>
          </p:cNvSpPr>
          <p:nvPr>
            <p:ph type="sldNum" sz="quarter" idx="12"/>
          </p:nvPr>
        </p:nvSpPr>
        <p:spPr/>
        <p:txBody>
          <a:bodyPr/>
          <a:lstStyle/>
          <a:p>
            <a:fld id="{CC057153-B650-4DEB-B370-79DDCFDCE934}" type="slidenum">
              <a:rPr lang="en-US" smtClean="0"/>
              <a:pPr/>
              <a:t>12</a:t>
            </a:fld>
            <a:endParaRPr lang="en-US" dirty="0"/>
          </a:p>
        </p:txBody>
      </p:sp>
      <p:sp>
        <p:nvSpPr>
          <p:cNvPr id="14" name="Title 1">
            <a:extLst>
              <a:ext uri="{FF2B5EF4-FFF2-40B4-BE49-F238E27FC236}">
                <a16:creationId xmlns:a16="http://schemas.microsoft.com/office/drawing/2014/main" id="{23D6BC9C-AC3C-0CA6-671D-DB89C686A670}"/>
              </a:ext>
            </a:extLst>
          </p:cNvPr>
          <p:cNvSpPr txBox="1">
            <a:spLocks/>
          </p:cNvSpPr>
          <p:nvPr/>
        </p:nvSpPr>
        <p:spPr>
          <a:xfrm>
            <a:off x="323891" y="70386"/>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Real Time Fraud Detection</a:t>
            </a:r>
          </a:p>
        </p:txBody>
      </p:sp>
      <p:sp>
        <p:nvSpPr>
          <p:cNvPr id="27" name="TextBox 26">
            <a:extLst>
              <a:ext uri="{FF2B5EF4-FFF2-40B4-BE49-F238E27FC236}">
                <a16:creationId xmlns:a16="http://schemas.microsoft.com/office/drawing/2014/main" id="{7049081B-6C95-DE4A-4E3F-FC341C9A656D}"/>
              </a:ext>
            </a:extLst>
          </p:cNvPr>
          <p:cNvSpPr txBox="1"/>
          <p:nvPr/>
        </p:nvSpPr>
        <p:spPr>
          <a:xfrm>
            <a:off x="462987" y="1153011"/>
            <a:ext cx="11350430" cy="861774"/>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Each transaction has to be verified for Fraud using rule-based filtering.</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Transactions will only be for 100 customers.</a:t>
            </a:r>
          </a:p>
        </p:txBody>
      </p:sp>
      <p:sp>
        <p:nvSpPr>
          <p:cNvPr id="2" name="Rectangle 1">
            <a:extLst>
              <a:ext uri="{FF2B5EF4-FFF2-40B4-BE49-F238E27FC236}">
                <a16:creationId xmlns:a16="http://schemas.microsoft.com/office/drawing/2014/main" id="{E89A3D33-3415-2281-0BA3-6CC25AE1944C}"/>
              </a:ext>
            </a:extLst>
          </p:cNvPr>
          <p:cNvSpPr/>
          <p:nvPr/>
        </p:nvSpPr>
        <p:spPr>
          <a:xfrm>
            <a:off x="323891" y="2248172"/>
            <a:ext cx="4044906" cy="3522839"/>
          </a:xfrm>
          <a:prstGeom prst="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transaction_id</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account_id_from</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account_id_to</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tran_device_id</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tran_amount</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tran_timestamp</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transaction_type</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transaction_status</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tran_browser_info</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tran_location_lat</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r>
              <a:rPr lang="en-IN" sz="1600" b="1" dirty="0">
                <a:solidFill>
                  <a:srgbClr val="000000"/>
                </a:solidFill>
                <a:latin typeface="Courier New" panose="02070309020205020404" pitchFamily="49" charset="0"/>
                <a:cs typeface="Courier New" panose="02070309020205020404" pitchFamily="49" charset="0"/>
              </a:rPr>
              <a:t>,</a:t>
            </a:r>
            <a:br>
              <a:rPr lang="en-IN" sz="1600" b="1" dirty="0">
                <a:solidFill>
                  <a:srgbClr val="000000"/>
                </a:solidFill>
                <a:latin typeface="Courier New" panose="02070309020205020404" pitchFamily="49" charset="0"/>
                <a:cs typeface="Courier New" panose="02070309020205020404" pitchFamily="49" charset="0"/>
              </a:rPr>
            </a:br>
            <a:r>
              <a:rPr lang="en-IN" sz="1600" b="1" dirty="0">
                <a:solidFill>
                  <a:srgbClr val="000000"/>
                </a:solidFill>
                <a:latin typeface="Courier New" panose="02070309020205020404" pitchFamily="49" charset="0"/>
                <a:cs typeface="Courier New" panose="02070309020205020404" pitchFamily="49" charset="0"/>
              </a:rPr>
              <a:t>  '</a:t>
            </a:r>
            <a:r>
              <a:rPr lang="en-IN" sz="1600" b="1" dirty="0" err="1">
                <a:solidFill>
                  <a:srgbClr val="000000"/>
                </a:solidFill>
                <a:latin typeface="Courier New" panose="02070309020205020404" pitchFamily="49" charset="0"/>
                <a:cs typeface="Courier New" panose="02070309020205020404" pitchFamily="49" charset="0"/>
              </a:rPr>
              <a:t>tran_location_long</a:t>
            </a:r>
            <a:r>
              <a:rPr lang="en-IN" sz="1600" b="1" dirty="0">
                <a:solidFill>
                  <a:srgbClr val="000000"/>
                </a:solidFill>
                <a:latin typeface="Courier New" panose="02070309020205020404" pitchFamily="49" charset="0"/>
                <a:cs typeface="Courier New" panose="02070309020205020404" pitchFamily="49" charset="0"/>
              </a:rPr>
              <a:t>' : </a:t>
            </a:r>
            <a:r>
              <a:rPr lang="en-IN" sz="1600" b="1" dirty="0" err="1">
                <a:solidFill>
                  <a:srgbClr val="000000"/>
                </a:solidFill>
                <a:latin typeface="Courier New" panose="02070309020205020404" pitchFamily="49" charset="0"/>
                <a:cs typeface="Courier New" panose="02070309020205020404" pitchFamily="49" charset="0"/>
              </a:rPr>
              <a:t>xxxxx</a:t>
            </a:r>
            <a:endParaRPr lang="en-IN" sz="1600" b="1" dirty="0">
              <a:solidFill>
                <a:srgbClr val="000000"/>
              </a:solidFill>
              <a:latin typeface="Courier New" panose="02070309020205020404" pitchFamily="49" charset="0"/>
              <a:cs typeface="Courier New" panose="02070309020205020404" pitchFamily="49" charset="0"/>
            </a:endParaRPr>
          </a:p>
          <a:p>
            <a:r>
              <a:rPr lang="en-IN" sz="1600" b="1" dirty="0">
                <a:solidFill>
                  <a:srgbClr val="000000"/>
                </a:solidFill>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2918682-2E77-E63A-2F83-62ED9B021FE8}"/>
              </a:ext>
            </a:extLst>
          </p:cNvPr>
          <p:cNvSpPr/>
          <p:nvPr/>
        </p:nvSpPr>
        <p:spPr>
          <a:xfrm>
            <a:off x="5087384" y="2248172"/>
            <a:ext cx="1682046" cy="519523"/>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Kafka Producer</a:t>
            </a:r>
          </a:p>
        </p:txBody>
      </p:sp>
      <p:sp>
        <p:nvSpPr>
          <p:cNvPr id="4" name="Rectangle 3">
            <a:extLst>
              <a:ext uri="{FF2B5EF4-FFF2-40B4-BE49-F238E27FC236}">
                <a16:creationId xmlns:a16="http://schemas.microsoft.com/office/drawing/2014/main" id="{7358E177-E607-96AD-6ABD-7541A8F46CE8}"/>
              </a:ext>
            </a:extLst>
          </p:cNvPr>
          <p:cNvSpPr/>
          <p:nvPr/>
        </p:nvSpPr>
        <p:spPr>
          <a:xfrm>
            <a:off x="7213600" y="2248172"/>
            <a:ext cx="1670756" cy="519523"/>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Kafka Topic</a:t>
            </a:r>
          </a:p>
        </p:txBody>
      </p:sp>
      <p:sp>
        <p:nvSpPr>
          <p:cNvPr id="7" name="Rectangle 6">
            <a:extLst>
              <a:ext uri="{FF2B5EF4-FFF2-40B4-BE49-F238E27FC236}">
                <a16:creationId xmlns:a16="http://schemas.microsoft.com/office/drawing/2014/main" id="{9EA176EA-B2CB-8BA1-24B6-E24891541329}"/>
              </a:ext>
            </a:extLst>
          </p:cNvPr>
          <p:cNvSpPr/>
          <p:nvPr/>
        </p:nvSpPr>
        <p:spPr>
          <a:xfrm>
            <a:off x="7360356" y="3115888"/>
            <a:ext cx="1377244" cy="690893"/>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venir Book" panose="02000503020000020003" pitchFamily="2" charset="0"/>
              </a:rPr>
              <a:t>PySpark Streaming</a:t>
            </a:r>
            <a:endParaRPr lang="en-US" sz="1600" dirty="0">
              <a:latin typeface="Avenir Book" panose="02000503020000020003" pitchFamily="2" charset="0"/>
            </a:endParaRPr>
          </a:p>
        </p:txBody>
      </p:sp>
      <p:sp>
        <p:nvSpPr>
          <p:cNvPr id="8" name="Diamond 7">
            <a:extLst>
              <a:ext uri="{FF2B5EF4-FFF2-40B4-BE49-F238E27FC236}">
                <a16:creationId xmlns:a16="http://schemas.microsoft.com/office/drawing/2014/main" id="{1A012B44-E4A4-785D-2F6F-6BFDB940ED20}"/>
              </a:ext>
            </a:extLst>
          </p:cNvPr>
          <p:cNvSpPr/>
          <p:nvPr/>
        </p:nvSpPr>
        <p:spPr>
          <a:xfrm>
            <a:off x="7213600" y="4222838"/>
            <a:ext cx="1670756" cy="631700"/>
          </a:xfrm>
          <a:prstGeom prst="diamond">
            <a:avLst/>
          </a:prstGeom>
          <a:solidFill>
            <a:srgbClr val="FF7E79"/>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venir Book" panose="02000503020000020003" pitchFamily="2" charset="0"/>
              </a:rPr>
              <a:t>Fraud?</a:t>
            </a:r>
          </a:p>
        </p:txBody>
      </p:sp>
      <p:cxnSp>
        <p:nvCxnSpPr>
          <p:cNvPr id="10" name="Straight Arrow Connector 9">
            <a:extLst>
              <a:ext uri="{FF2B5EF4-FFF2-40B4-BE49-F238E27FC236}">
                <a16:creationId xmlns:a16="http://schemas.microsoft.com/office/drawing/2014/main" id="{7B8CD0CB-6C40-A6B8-B803-B21A1182CD9E}"/>
              </a:ext>
            </a:extLst>
          </p:cNvPr>
          <p:cNvCxnSpPr>
            <a:endCxn id="3" idx="1"/>
          </p:cNvCxnSpPr>
          <p:nvPr/>
        </p:nvCxnSpPr>
        <p:spPr>
          <a:xfrm>
            <a:off x="4368797" y="2507933"/>
            <a:ext cx="718587" cy="1"/>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B35A951-DF9C-067C-A16E-5E730D47C4D3}"/>
              </a:ext>
            </a:extLst>
          </p:cNvPr>
          <p:cNvCxnSpPr>
            <a:cxnSpLocks/>
            <a:stCxn id="3" idx="3"/>
            <a:endCxn id="4" idx="1"/>
          </p:cNvCxnSpPr>
          <p:nvPr/>
        </p:nvCxnSpPr>
        <p:spPr>
          <a:xfrm>
            <a:off x="6769430" y="2507934"/>
            <a:ext cx="444170" cy="0"/>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39349C8-C21A-0101-E284-1588617743C8}"/>
              </a:ext>
            </a:extLst>
          </p:cNvPr>
          <p:cNvCxnSpPr>
            <a:cxnSpLocks/>
            <a:stCxn id="4" idx="2"/>
            <a:endCxn id="7" idx="0"/>
          </p:cNvCxnSpPr>
          <p:nvPr/>
        </p:nvCxnSpPr>
        <p:spPr>
          <a:xfrm>
            <a:off x="8048978" y="2767695"/>
            <a:ext cx="0" cy="348193"/>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7CDC3F6-0009-DF97-E0DD-41B2F54FA04F}"/>
              </a:ext>
            </a:extLst>
          </p:cNvPr>
          <p:cNvCxnSpPr>
            <a:cxnSpLocks/>
            <a:stCxn id="7" idx="2"/>
            <a:endCxn id="8" idx="0"/>
          </p:cNvCxnSpPr>
          <p:nvPr/>
        </p:nvCxnSpPr>
        <p:spPr>
          <a:xfrm>
            <a:off x="8048978" y="3806781"/>
            <a:ext cx="0" cy="416057"/>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819FB08-B82D-1B6A-AF48-5376439B7D29}"/>
              </a:ext>
            </a:extLst>
          </p:cNvPr>
          <p:cNvSpPr/>
          <p:nvPr/>
        </p:nvSpPr>
        <p:spPr>
          <a:xfrm>
            <a:off x="9562395" y="3700374"/>
            <a:ext cx="1374423" cy="690893"/>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Iceberg Lakehouse</a:t>
            </a:r>
          </a:p>
        </p:txBody>
      </p:sp>
      <p:sp>
        <p:nvSpPr>
          <p:cNvPr id="24" name="Rectangle 23">
            <a:extLst>
              <a:ext uri="{FF2B5EF4-FFF2-40B4-BE49-F238E27FC236}">
                <a16:creationId xmlns:a16="http://schemas.microsoft.com/office/drawing/2014/main" id="{F0488C68-6D81-81D7-23BF-D6A393528B16}"/>
              </a:ext>
            </a:extLst>
          </p:cNvPr>
          <p:cNvSpPr/>
          <p:nvPr/>
        </p:nvSpPr>
        <p:spPr>
          <a:xfrm>
            <a:off x="9571307" y="4703588"/>
            <a:ext cx="1374423" cy="550734"/>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Kafka Topic</a:t>
            </a:r>
          </a:p>
        </p:txBody>
      </p:sp>
      <p:cxnSp>
        <p:nvCxnSpPr>
          <p:cNvPr id="36" name="Elbow Connector 35">
            <a:extLst>
              <a:ext uri="{FF2B5EF4-FFF2-40B4-BE49-F238E27FC236}">
                <a16:creationId xmlns:a16="http://schemas.microsoft.com/office/drawing/2014/main" id="{199563C2-8353-793A-4FC5-A57800B56821}"/>
              </a:ext>
            </a:extLst>
          </p:cNvPr>
          <p:cNvCxnSpPr>
            <a:cxnSpLocks/>
            <a:stCxn id="8" idx="3"/>
            <a:endCxn id="23" idx="1"/>
          </p:cNvCxnSpPr>
          <p:nvPr/>
        </p:nvCxnSpPr>
        <p:spPr>
          <a:xfrm flipV="1">
            <a:off x="8884356" y="4045821"/>
            <a:ext cx="678039" cy="492867"/>
          </a:xfrm>
          <a:prstGeom prst="bentConnector3">
            <a:avLst>
              <a:gd name="adj1" fmla="val 50000"/>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98E3F281-A287-115A-C12B-D00C2F592132}"/>
              </a:ext>
            </a:extLst>
          </p:cNvPr>
          <p:cNvCxnSpPr>
            <a:cxnSpLocks/>
            <a:stCxn id="8" idx="3"/>
            <a:endCxn id="24" idx="1"/>
          </p:cNvCxnSpPr>
          <p:nvPr/>
        </p:nvCxnSpPr>
        <p:spPr>
          <a:xfrm>
            <a:off x="8884356" y="4538688"/>
            <a:ext cx="686951" cy="440267"/>
          </a:xfrm>
          <a:prstGeom prst="bentConnector3">
            <a:avLst>
              <a:gd name="adj1" fmla="val 5000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2CF5A24-6FA3-73BF-7758-45DD5C8EFE44}"/>
              </a:ext>
            </a:extLst>
          </p:cNvPr>
          <p:cNvSpPr txBox="1"/>
          <p:nvPr/>
        </p:nvSpPr>
        <p:spPr>
          <a:xfrm>
            <a:off x="8737600" y="4202451"/>
            <a:ext cx="491948" cy="338554"/>
          </a:xfrm>
          <a:prstGeom prst="rect">
            <a:avLst/>
          </a:prstGeom>
          <a:noFill/>
        </p:spPr>
        <p:txBody>
          <a:bodyPr wrap="square" rtlCol="0">
            <a:spAutoFit/>
          </a:bodyPr>
          <a:lstStyle/>
          <a:p>
            <a:pPr algn="ctr">
              <a:spcBef>
                <a:spcPts val="600"/>
              </a:spcBef>
              <a:spcAft>
                <a:spcPts val="600"/>
              </a:spcAft>
            </a:pPr>
            <a:r>
              <a:rPr lang="en-US" sz="1600" dirty="0">
                <a:solidFill>
                  <a:srgbClr val="000000"/>
                </a:solidFill>
                <a:latin typeface="Avenir Book" panose="02000503020000020003" pitchFamily="2" charset="0"/>
              </a:rPr>
              <a:t>Y</a:t>
            </a:r>
          </a:p>
        </p:txBody>
      </p:sp>
      <p:sp>
        <p:nvSpPr>
          <p:cNvPr id="49" name="TextBox 48">
            <a:extLst>
              <a:ext uri="{FF2B5EF4-FFF2-40B4-BE49-F238E27FC236}">
                <a16:creationId xmlns:a16="http://schemas.microsoft.com/office/drawing/2014/main" id="{13277DA0-EF6A-705A-B490-DF919B0ECA5D}"/>
              </a:ext>
            </a:extLst>
          </p:cNvPr>
          <p:cNvSpPr txBox="1"/>
          <p:nvPr/>
        </p:nvSpPr>
        <p:spPr>
          <a:xfrm>
            <a:off x="6749877" y="4229055"/>
            <a:ext cx="491948" cy="338554"/>
          </a:xfrm>
          <a:prstGeom prst="rect">
            <a:avLst/>
          </a:prstGeom>
          <a:noFill/>
        </p:spPr>
        <p:txBody>
          <a:bodyPr wrap="square" rtlCol="0">
            <a:spAutoFit/>
          </a:bodyPr>
          <a:lstStyle/>
          <a:p>
            <a:pPr algn="ctr">
              <a:spcBef>
                <a:spcPts val="600"/>
              </a:spcBef>
              <a:spcAft>
                <a:spcPts val="600"/>
              </a:spcAft>
            </a:pPr>
            <a:r>
              <a:rPr lang="en-US" sz="1600" dirty="0">
                <a:solidFill>
                  <a:srgbClr val="000000"/>
                </a:solidFill>
                <a:latin typeface="Avenir Book" panose="02000503020000020003" pitchFamily="2" charset="0"/>
              </a:rPr>
              <a:t>N</a:t>
            </a:r>
          </a:p>
        </p:txBody>
      </p:sp>
      <p:sp>
        <p:nvSpPr>
          <p:cNvPr id="50" name="Rectangle 49">
            <a:extLst>
              <a:ext uri="{FF2B5EF4-FFF2-40B4-BE49-F238E27FC236}">
                <a16:creationId xmlns:a16="http://schemas.microsoft.com/office/drawing/2014/main" id="{5358448E-952E-1F60-5E44-281953D80061}"/>
              </a:ext>
            </a:extLst>
          </p:cNvPr>
          <p:cNvSpPr/>
          <p:nvPr/>
        </p:nvSpPr>
        <p:spPr>
          <a:xfrm>
            <a:off x="5455443" y="4263321"/>
            <a:ext cx="1154292" cy="550734"/>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venir Book" panose="02000503020000020003" pitchFamily="2" charset="0"/>
              </a:rPr>
              <a:t>Console</a:t>
            </a:r>
            <a:endParaRPr lang="en-US" sz="1600" dirty="0">
              <a:latin typeface="Avenir Book" panose="02000503020000020003" pitchFamily="2" charset="0"/>
            </a:endParaRPr>
          </a:p>
        </p:txBody>
      </p:sp>
      <p:cxnSp>
        <p:nvCxnSpPr>
          <p:cNvPr id="51" name="Straight Arrow Connector 50">
            <a:extLst>
              <a:ext uri="{FF2B5EF4-FFF2-40B4-BE49-F238E27FC236}">
                <a16:creationId xmlns:a16="http://schemas.microsoft.com/office/drawing/2014/main" id="{5842BAC0-80CC-FBDD-870B-4DD7C7BF4E62}"/>
              </a:ext>
            </a:extLst>
          </p:cNvPr>
          <p:cNvCxnSpPr>
            <a:cxnSpLocks/>
            <a:stCxn id="8" idx="1"/>
            <a:endCxn id="50" idx="3"/>
          </p:cNvCxnSpPr>
          <p:nvPr/>
        </p:nvCxnSpPr>
        <p:spPr>
          <a:xfrm flipH="1">
            <a:off x="6609735" y="4538688"/>
            <a:ext cx="603865" cy="0"/>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BCB56E23-F984-E417-41C1-29EC2EDAEBFD}"/>
              </a:ext>
            </a:extLst>
          </p:cNvPr>
          <p:cNvSpPr/>
          <p:nvPr/>
        </p:nvSpPr>
        <p:spPr>
          <a:xfrm>
            <a:off x="9417495" y="5613692"/>
            <a:ext cx="1682046" cy="519523"/>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Kafka Consumer</a:t>
            </a:r>
          </a:p>
        </p:txBody>
      </p:sp>
      <p:cxnSp>
        <p:nvCxnSpPr>
          <p:cNvPr id="59" name="Straight Arrow Connector 58">
            <a:extLst>
              <a:ext uri="{FF2B5EF4-FFF2-40B4-BE49-F238E27FC236}">
                <a16:creationId xmlns:a16="http://schemas.microsoft.com/office/drawing/2014/main" id="{A3BD5F4C-8914-B641-7F49-EBD1DDFA8DEF}"/>
              </a:ext>
            </a:extLst>
          </p:cNvPr>
          <p:cNvCxnSpPr>
            <a:cxnSpLocks/>
            <a:stCxn id="24" idx="2"/>
            <a:endCxn id="58" idx="0"/>
          </p:cNvCxnSpPr>
          <p:nvPr/>
        </p:nvCxnSpPr>
        <p:spPr>
          <a:xfrm flipH="1">
            <a:off x="10258518" y="5254322"/>
            <a:ext cx="1" cy="359370"/>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C4A0C1AB-3C65-A802-151C-5EC0B6AB6674}"/>
              </a:ext>
            </a:extLst>
          </p:cNvPr>
          <p:cNvSpPr/>
          <p:nvPr/>
        </p:nvSpPr>
        <p:spPr>
          <a:xfrm>
            <a:off x="9559574" y="2634163"/>
            <a:ext cx="1377244" cy="690893"/>
          </a:xfrm>
          <a:prstGeom prst="rect">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venir Book" panose="02000503020000020003" pitchFamily="2" charset="0"/>
              </a:rPr>
              <a:t>Read using Spark SQL</a:t>
            </a:r>
          </a:p>
        </p:txBody>
      </p:sp>
      <p:cxnSp>
        <p:nvCxnSpPr>
          <p:cNvPr id="64" name="Straight Arrow Connector 63">
            <a:extLst>
              <a:ext uri="{FF2B5EF4-FFF2-40B4-BE49-F238E27FC236}">
                <a16:creationId xmlns:a16="http://schemas.microsoft.com/office/drawing/2014/main" id="{3DFE3A53-734D-C123-0D1F-07635AAB783F}"/>
              </a:ext>
            </a:extLst>
          </p:cNvPr>
          <p:cNvCxnSpPr>
            <a:cxnSpLocks/>
            <a:stCxn id="23" idx="0"/>
            <a:endCxn id="63" idx="2"/>
          </p:cNvCxnSpPr>
          <p:nvPr/>
        </p:nvCxnSpPr>
        <p:spPr>
          <a:xfrm flipH="1" flipV="1">
            <a:off x="10248196" y="3325056"/>
            <a:ext cx="1411" cy="375318"/>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0925271A-DD74-1114-A9C8-BE2F612FECE5}"/>
              </a:ext>
            </a:extLst>
          </p:cNvPr>
          <p:cNvSpPr/>
          <p:nvPr/>
        </p:nvSpPr>
        <p:spPr>
          <a:xfrm>
            <a:off x="323891" y="5937956"/>
            <a:ext cx="4044906" cy="418394"/>
          </a:xfrm>
          <a:prstGeom prst="rect">
            <a:avLst/>
          </a:prstGeom>
          <a:solidFill>
            <a:schemeClr val="tx1">
              <a:lumMod val="65000"/>
              <a:lumOff val="3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10 files with 10,000 records each</a:t>
            </a:r>
          </a:p>
        </p:txBody>
      </p:sp>
    </p:spTree>
    <p:extLst>
      <p:ext uri="{BB962C8B-B14F-4D97-AF65-F5344CB8AC3E}">
        <p14:creationId xmlns:p14="http://schemas.microsoft.com/office/powerpoint/2010/main" val="407261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2D6BA44-775A-AAC8-3767-80872D30BF3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9F0363C-A98C-9EB2-1207-01159565B92A}"/>
              </a:ext>
            </a:extLst>
          </p:cNvPr>
          <p:cNvSpPr>
            <a:spLocks noGrp="1"/>
          </p:cNvSpPr>
          <p:nvPr>
            <p:ph type="ftr" sz="quarter" idx="11"/>
          </p:nvPr>
        </p:nvSpPr>
        <p:spPr>
          <a:xfrm>
            <a:off x="8953500" y="6356350"/>
            <a:ext cx="2057400" cy="365125"/>
          </a:xfrm>
        </p:spPr>
        <p:txBody>
          <a:bodyPr/>
          <a:lstStyle/>
          <a:p>
            <a:r>
              <a:rPr lang="en-US" sz="1600" dirty="0">
                <a:solidFill>
                  <a:srgbClr val="000000"/>
                </a:solidFill>
              </a:rPr>
              <a:t>www.3aayaam.in</a:t>
            </a:r>
          </a:p>
        </p:txBody>
      </p:sp>
      <p:sp>
        <p:nvSpPr>
          <p:cNvPr id="6" name="Slide Number Placeholder 5">
            <a:extLst>
              <a:ext uri="{FF2B5EF4-FFF2-40B4-BE49-F238E27FC236}">
                <a16:creationId xmlns:a16="http://schemas.microsoft.com/office/drawing/2014/main" id="{8BDCF681-78AA-48B6-6810-A95A34AD6459}"/>
              </a:ext>
            </a:extLst>
          </p:cNvPr>
          <p:cNvSpPr>
            <a:spLocks noGrp="1"/>
          </p:cNvSpPr>
          <p:nvPr>
            <p:ph type="sldNum" sz="quarter" idx="12"/>
          </p:nvPr>
        </p:nvSpPr>
        <p:spPr/>
        <p:txBody>
          <a:bodyPr/>
          <a:lstStyle/>
          <a:p>
            <a:fld id="{CC057153-B650-4DEB-B370-79DDCFDCE934}" type="slidenum">
              <a:rPr lang="en-US" smtClean="0"/>
              <a:pPr/>
              <a:t>13</a:t>
            </a:fld>
            <a:endParaRPr lang="en-US" dirty="0"/>
          </a:p>
        </p:txBody>
      </p:sp>
      <p:sp>
        <p:nvSpPr>
          <p:cNvPr id="14" name="Title 1">
            <a:extLst>
              <a:ext uri="{FF2B5EF4-FFF2-40B4-BE49-F238E27FC236}">
                <a16:creationId xmlns:a16="http://schemas.microsoft.com/office/drawing/2014/main" id="{2A89D542-9855-3F51-3306-AF41C169C65F}"/>
              </a:ext>
            </a:extLst>
          </p:cNvPr>
          <p:cNvSpPr txBox="1">
            <a:spLocks/>
          </p:cNvSpPr>
          <p:nvPr/>
        </p:nvSpPr>
        <p:spPr>
          <a:xfrm>
            <a:off x="323891" y="136525"/>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Fraud Detection Rule 1</a:t>
            </a:r>
          </a:p>
        </p:txBody>
      </p:sp>
      <p:sp>
        <p:nvSpPr>
          <p:cNvPr id="27" name="TextBox 26">
            <a:extLst>
              <a:ext uri="{FF2B5EF4-FFF2-40B4-BE49-F238E27FC236}">
                <a16:creationId xmlns:a16="http://schemas.microsoft.com/office/drawing/2014/main" id="{610435E5-D68E-21B3-72B7-FDD78064F2F8}"/>
              </a:ext>
            </a:extLst>
          </p:cNvPr>
          <p:cNvSpPr txBox="1"/>
          <p:nvPr/>
        </p:nvSpPr>
        <p:spPr>
          <a:xfrm>
            <a:off x="420785" y="1966949"/>
            <a:ext cx="11489526" cy="4262705"/>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dirty="0">
                <a:solidFill>
                  <a:srgbClr val="000000"/>
                </a:solidFill>
                <a:latin typeface="Avenir Book" panose="02000503020000020003" pitchFamily="2" charset="0"/>
              </a:rPr>
              <a:t>Find risk score for transactions. Each transaction should be run against all the risk rules and find out the no. of rules it qualifies. And then find out the weighted risk score. Example below.</a:t>
            </a:r>
          </a:p>
          <a:p>
            <a:pPr marL="285750"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Let’s say </a:t>
            </a:r>
            <a:r>
              <a:rPr lang="en-US" dirty="0" err="1">
                <a:solidFill>
                  <a:srgbClr val="000000"/>
                </a:solidFill>
                <a:latin typeface="Avenir Book" panose="02000503020000020003" pitchFamily="2" charset="0"/>
              </a:rPr>
              <a:t>txn</a:t>
            </a:r>
            <a:r>
              <a:rPr lang="en-US" dirty="0">
                <a:solidFill>
                  <a:srgbClr val="000000"/>
                </a:solidFill>
                <a:latin typeface="Avenir Book" panose="02000503020000020003" pitchFamily="2" charset="0"/>
              </a:rPr>
              <a:t> 1 qualifies for </a:t>
            </a:r>
            <a:r>
              <a:rPr lang="en-US" u="sng" dirty="0">
                <a:solidFill>
                  <a:srgbClr val="000000"/>
                </a:solidFill>
                <a:latin typeface="Avenir Book" panose="02000503020000020003" pitchFamily="2" charset="0"/>
              </a:rPr>
              <a:t>Rule 1</a:t>
            </a:r>
            <a:r>
              <a:rPr lang="en-US" dirty="0">
                <a:solidFill>
                  <a:srgbClr val="000000"/>
                </a:solidFill>
                <a:latin typeface="Avenir Book" panose="02000503020000020003" pitchFamily="2" charset="0"/>
              </a:rPr>
              <a:t> with score 7, </a:t>
            </a:r>
            <a:r>
              <a:rPr lang="en-US" u="sng" dirty="0">
                <a:solidFill>
                  <a:srgbClr val="000000"/>
                </a:solidFill>
                <a:latin typeface="Avenir Book" panose="02000503020000020003" pitchFamily="2" charset="0"/>
              </a:rPr>
              <a:t>Rule 2</a:t>
            </a:r>
            <a:r>
              <a:rPr lang="en-US" dirty="0">
                <a:solidFill>
                  <a:srgbClr val="000000"/>
                </a:solidFill>
                <a:latin typeface="Avenir Book" panose="02000503020000020003" pitchFamily="2" charset="0"/>
              </a:rPr>
              <a:t> with score 5, </a:t>
            </a:r>
            <a:r>
              <a:rPr lang="en-US" u="sng" dirty="0">
                <a:solidFill>
                  <a:srgbClr val="000000"/>
                </a:solidFill>
                <a:latin typeface="Avenir Book" panose="02000503020000020003" pitchFamily="2" charset="0"/>
              </a:rPr>
              <a:t>Rule 5</a:t>
            </a:r>
            <a:r>
              <a:rPr lang="en-US" dirty="0">
                <a:solidFill>
                  <a:srgbClr val="000000"/>
                </a:solidFill>
                <a:latin typeface="Avenir Book" panose="02000503020000020003" pitchFamily="2" charset="0"/>
              </a:rPr>
              <a:t> with score 8, </a:t>
            </a:r>
            <a:r>
              <a:rPr lang="en-US" u="sng" dirty="0">
                <a:solidFill>
                  <a:srgbClr val="000000"/>
                </a:solidFill>
                <a:latin typeface="Avenir Book" panose="02000503020000020003" pitchFamily="2" charset="0"/>
              </a:rPr>
              <a:t>Rule 8</a:t>
            </a:r>
            <a:r>
              <a:rPr lang="en-US" dirty="0">
                <a:solidFill>
                  <a:srgbClr val="000000"/>
                </a:solidFill>
                <a:latin typeface="Avenir Book" panose="02000503020000020003" pitchFamily="2" charset="0"/>
              </a:rPr>
              <a:t> with score 7. </a:t>
            </a:r>
          </a:p>
          <a:p>
            <a:pPr marL="285750"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Total risk score </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Step 1: No. of qualified rules = 4 =&gt; Max Risk value = 4x10 = 40.</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Step 2: Total risk value = Addition of all risk scores = 7 + 5 + 8 + 7 = 27</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Step 3: Final risk score for transaction = (27/40) x 10 = 6.75</a:t>
            </a:r>
          </a:p>
          <a:p>
            <a:pPr marL="285750" indent="-285750">
              <a:spcBef>
                <a:spcPts val="600"/>
              </a:spcBef>
              <a:spcAft>
                <a:spcPts val="600"/>
              </a:spcAft>
              <a:buFont typeface="Arial" panose="020B0604020202020204" pitchFamily="34" charset="0"/>
              <a:buChar char="•"/>
            </a:pPr>
            <a:r>
              <a:rPr lang="en-US" dirty="0">
                <a:solidFill>
                  <a:srgbClr val="000000"/>
                </a:solidFill>
                <a:latin typeface="Avenir Book" panose="02000503020000020003" pitchFamily="2" charset="0"/>
              </a:rPr>
              <a:t>If risk score:</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6 – Send to Kafka topic &amp; write to Iceberg table with SMS Notification flag.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7 – Send to Kafka topic &amp; write to Iceberg table with CALL Notification flag.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8 – Send to Kafka topic &amp; write to Iceberg table with both CALL &amp; SMS Notification flag.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9 – Send to Kafka topic &amp; write to Iceberg table with DECLINE Notification flag.</a:t>
            </a:r>
          </a:p>
        </p:txBody>
      </p:sp>
      <p:sp>
        <p:nvSpPr>
          <p:cNvPr id="2" name="Diamond 1">
            <a:extLst>
              <a:ext uri="{FF2B5EF4-FFF2-40B4-BE49-F238E27FC236}">
                <a16:creationId xmlns:a16="http://schemas.microsoft.com/office/drawing/2014/main" id="{F163B4DA-FED6-1605-566F-03594ED94813}"/>
              </a:ext>
            </a:extLst>
          </p:cNvPr>
          <p:cNvSpPr/>
          <p:nvPr/>
        </p:nvSpPr>
        <p:spPr>
          <a:xfrm>
            <a:off x="420785" y="1048638"/>
            <a:ext cx="1783644" cy="810166"/>
          </a:xfrm>
          <a:prstGeom prst="diamond">
            <a:avLst/>
          </a:prstGeom>
          <a:solidFill>
            <a:srgbClr val="FF7E79"/>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Book" panose="02000503020000020003" pitchFamily="2" charset="0"/>
              </a:rPr>
              <a:t>Fraud?</a:t>
            </a:r>
          </a:p>
        </p:txBody>
      </p:sp>
      <p:sp>
        <p:nvSpPr>
          <p:cNvPr id="4" name="Rectangle 3">
            <a:extLst>
              <a:ext uri="{FF2B5EF4-FFF2-40B4-BE49-F238E27FC236}">
                <a16:creationId xmlns:a16="http://schemas.microsoft.com/office/drawing/2014/main" id="{722D34D6-3C95-F4E3-292E-153D460D43A4}"/>
              </a:ext>
            </a:extLst>
          </p:cNvPr>
          <p:cNvSpPr/>
          <p:nvPr/>
        </p:nvSpPr>
        <p:spPr>
          <a:xfrm>
            <a:off x="2672644" y="1233587"/>
            <a:ext cx="5937956" cy="440267"/>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How to decide whether a transaction is fraud or not? </a:t>
            </a:r>
          </a:p>
        </p:txBody>
      </p:sp>
    </p:spTree>
    <p:extLst>
      <p:ext uri="{BB962C8B-B14F-4D97-AF65-F5344CB8AC3E}">
        <p14:creationId xmlns:p14="http://schemas.microsoft.com/office/powerpoint/2010/main" val="275104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C96DC4C-B56B-A374-C3E2-7AA9EACB9D9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35542CB7-F171-58DC-2AF0-46ACA806981A}"/>
              </a:ext>
            </a:extLst>
          </p:cNvPr>
          <p:cNvSpPr>
            <a:spLocks noGrp="1"/>
          </p:cNvSpPr>
          <p:nvPr>
            <p:ph type="ftr" sz="quarter" idx="11"/>
          </p:nvPr>
        </p:nvSpPr>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6A506A1C-2089-280C-4556-EAA5040BD3E3}"/>
              </a:ext>
            </a:extLst>
          </p:cNvPr>
          <p:cNvSpPr>
            <a:spLocks noGrp="1"/>
          </p:cNvSpPr>
          <p:nvPr>
            <p:ph type="sldNum" sz="quarter" idx="12"/>
          </p:nvPr>
        </p:nvSpPr>
        <p:spPr/>
        <p:txBody>
          <a:bodyPr/>
          <a:lstStyle/>
          <a:p>
            <a:fld id="{CC057153-B650-4DEB-B370-79DDCFDCE934}" type="slidenum">
              <a:rPr lang="en-US" smtClean="0"/>
              <a:pPr/>
              <a:t>14</a:t>
            </a:fld>
            <a:endParaRPr lang="en-US" dirty="0"/>
          </a:p>
        </p:txBody>
      </p:sp>
      <p:sp>
        <p:nvSpPr>
          <p:cNvPr id="14" name="Title 1">
            <a:extLst>
              <a:ext uri="{FF2B5EF4-FFF2-40B4-BE49-F238E27FC236}">
                <a16:creationId xmlns:a16="http://schemas.microsoft.com/office/drawing/2014/main" id="{15FB64CF-E9D4-5C80-1DF5-5561E583EC84}"/>
              </a:ext>
            </a:extLst>
          </p:cNvPr>
          <p:cNvSpPr txBox="1">
            <a:spLocks/>
          </p:cNvSpPr>
          <p:nvPr/>
        </p:nvSpPr>
        <p:spPr>
          <a:xfrm>
            <a:off x="323891" y="136525"/>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Fraud Detection Rule 2</a:t>
            </a:r>
          </a:p>
        </p:txBody>
      </p:sp>
      <p:sp>
        <p:nvSpPr>
          <p:cNvPr id="27" name="TextBox 26">
            <a:extLst>
              <a:ext uri="{FF2B5EF4-FFF2-40B4-BE49-F238E27FC236}">
                <a16:creationId xmlns:a16="http://schemas.microsoft.com/office/drawing/2014/main" id="{B3D4A2A1-BA1A-B04B-77DC-125C2A6187DA}"/>
              </a:ext>
            </a:extLst>
          </p:cNvPr>
          <p:cNvSpPr txBox="1"/>
          <p:nvPr/>
        </p:nvSpPr>
        <p:spPr>
          <a:xfrm>
            <a:off x="378583" y="1262199"/>
            <a:ext cx="11489526" cy="3970318"/>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If Transaction amount :</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YTD max yearly </a:t>
            </a:r>
            <a:r>
              <a:rPr lang="en-US" dirty="0" err="1">
                <a:solidFill>
                  <a:srgbClr val="000000"/>
                </a:solidFill>
                <a:latin typeface="Avenir Book" panose="02000503020000020003" pitchFamily="2" charset="0"/>
              </a:rPr>
              <a:t>txn</a:t>
            </a:r>
            <a:r>
              <a:rPr lang="en-US" dirty="0">
                <a:solidFill>
                  <a:srgbClr val="000000"/>
                </a:solidFill>
                <a:latin typeface="Avenir Book" panose="02000503020000020003" pitchFamily="2" charset="0"/>
              </a:rPr>
              <a:t> amount, DECLINE flag to Kafka and Iceberg.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within avg. and max. YTD yearly </a:t>
            </a:r>
            <a:r>
              <a:rPr lang="en-US" dirty="0" err="1">
                <a:solidFill>
                  <a:srgbClr val="000000"/>
                </a:solidFill>
                <a:latin typeface="Avenir Book" panose="02000503020000020003" pitchFamily="2" charset="0"/>
              </a:rPr>
              <a:t>txn</a:t>
            </a:r>
            <a:r>
              <a:rPr lang="en-US" dirty="0">
                <a:solidFill>
                  <a:srgbClr val="000000"/>
                </a:solidFill>
                <a:latin typeface="Avenir Book" panose="02000503020000020003" pitchFamily="2" charset="0"/>
              </a:rPr>
              <a:t> amount , but more than YTD max. monthly </a:t>
            </a:r>
            <a:r>
              <a:rPr lang="en-US" dirty="0" err="1">
                <a:solidFill>
                  <a:srgbClr val="000000"/>
                </a:solidFill>
                <a:latin typeface="Avenir Book" panose="02000503020000020003" pitchFamily="2" charset="0"/>
              </a:rPr>
              <a:t>txn</a:t>
            </a:r>
            <a:r>
              <a:rPr lang="en-US" dirty="0">
                <a:solidFill>
                  <a:srgbClr val="000000"/>
                </a:solidFill>
                <a:latin typeface="Avenir Book" panose="02000503020000020003" pitchFamily="2" charset="0"/>
              </a:rPr>
              <a:t> amount, CALL &amp; SMS notification flag to Kafka &amp; Iceberg.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within avg. and max. YTD yearly </a:t>
            </a:r>
            <a:r>
              <a:rPr lang="en-US" dirty="0" err="1">
                <a:solidFill>
                  <a:srgbClr val="000000"/>
                </a:solidFill>
                <a:latin typeface="Avenir Book" panose="02000503020000020003" pitchFamily="2" charset="0"/>
              </a:rPr>
              <a:t>txn</a:t>
            </a:r>
            <a:r>
              <a:rPr lang="en-US" dirty="0">
                <a:solidFill>
                  <a:srgbClr val="000000"/>
                </a:solidFill>
                <a:latin typeface="Avenir Book" panose="02000503020000020003" pitchFamily="2" charset="0"/>
              </a:rPr>
              <a:t> amount  and within YTD avg. and max. monthly </a:t>
            </a:r>
            <a:r>
              <a:rPr lang="en-US" dirty="0" err="1">
                <a:solidFill>
                  <a:srgbClr val="000000"/>
                </a:solidFill>
                <a:latin typeface="Avenir Book" panose="02000503020000020003" pitchFamily="2" charset="0"/>
              </a:rPr>
              <a:t>txn</a:t>
            </a:r>
            <a:r>
              <a:rPr lang="en-US" dirty="0">
                <a:solidFill>
                  <a:srgbClr val="000000"/>
                </a:solidFill>
                <a:latin typeface="Avenir Book" panose="02000503020000020003" pitchFamily="2" charset="0"/>
              </a:rPr>
              <a:t> amount, SMS notification flag to Kafka &amp; Iceberg.  </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1.25 times of YTD avg. savings, checking and debit card amount, CALL notification flag to Kafka &amp; Iceberg.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YTD avg. credit card amount, CALL notification flag to Kafka &amp; Iceberg.</a:t>
            </a:r>
          </a:p>
          <a:p>
            <a:pPr marL="742950" lvl="1" indent="-285750">
              <a:spcAft>
                <a:spcPts val="600"/>
              </a:spcAft>
              <a:buFont typeface="Arial" panose="020B0604020202020204" pitchFamily="34" charset="0"/>
              <a:buChar char="•"/>
            </a:pPr>
            <a:r>
              <a:rPr lang="en-US" dirty="0">
                <a:solidFill>
                  <a:srgbClr val="000000"/>
                </a:solidFill>
                <a:latin typeface="Avenir Book" panose="02000503020000020003" pitchFamily="2" charset="0"/>
              </a:rPr>
              <a:t>Is more than YTD avg. POS, Online, P2P amount, CALL notification flag to Kafka &amp; Iceberg.</a:t>
            </a:r>
          </a:p>
          <a:p>
            <a:pPr marL="285750" indent="-285750">
              <a:spcBef>
                <a:spcPts val="1800"/>
              </a:spcBef>
              <a:spcAft>
                <a:spcPts val="600"/>
              </a:spcAft>
              <a:buFont typeface="Arial" panose="020B0604020202020204" pitchFamily="34" charset="0"/>
              <a:buChar char="•"/>
            </a:pPr>
            <a:r>
              <a:rPr lang="en-US" sz="2000" dirty="0">
                <a:solidFill>
                  <a:srgbClr val="FF2F92"/>
                </a:solidFill>
                <a:latin typeface="Avenir Book" panose="02000503020000020003" pitchFamily="2" charset="0"/>
              </a:rPr>
              <a:t>Transaction should be allowed only when all combinations of Rule 1 &amp; Rule 2 pass.</a:t>
            </a:r>
          </a:p>
        </p:txBody>
      </p:sp>
    </p:spTree>
    <p:extLst>
      <p:ext uri="{BB962C8B-B14F-4D97-AF65-F5344CB8AC3E}">
        <p14:creationId xmlns:p14="http://schemas.microsoft.com/office/powerpoint/2010/main" val="3990011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DBA7DE4-F4EE-3383-F8E3-DA715E2A5513}"/>
            </a:ext>
          </a:extLst>
        </p:cNvPr>
        <p:cNvGrpSpPr/>
        <p:nvPr/>
      </p:nvGrpSpPr>
      <p:grpSpPr>
        <a:xfrm>
          <a:off x="0" y="0"/>
          <a:ext cx="0" cy="0"/>
          <a:chOff x="0" y="0"/>
          <a:chExt cx="0" cy="0"/>
        </a:xfrm>
      </p:grpSpPr>
      <p:sp>
        <p:nvSpPr>
          <p:cNvPr id="100" name="Rounded Rectangle 99">
            <a:extLst>
              <a:ext uri="{FF2B5EF4-FFF2-40B4-BE49-F238E27FC236}">
                <a16:creationId xmlns:a16="http://schemas.microsoft.com/office/drawing/2014/main" id="{460869D5-ECDD-5A33-156B-369340AFA33F}"/>
              </a:ext>
            </a:extLst>
          </p:cNvPr>
          <p:cNvSpPr/>
          <p:nvPr/>
        </p:nvSpPr>
        <p:spPr>
          <a:xfrm>
            <a:off x="8473230" y="1169638"/>
            <a:ext cx="2944777" cy="2146607"/>
          </a:xfrm>
          <a:prstGeom prst="roundRect">
            <a:avLst/>
          </a:prstGeom>
          <a:solidFill>
            <a:schemeClr val="bg1">
              <a:lumMod val="95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rgbClr val="000000"/>
                </a:solidFill>
                <a:latin typeface="Avenir Book" panose="02000503020000020003" pitchFamily="2" charset="0"/>
              </a:rPr>
              <a:t>Laptop</a:t>
            </a:r>
          </a:p>
        </p:txBody>
      </p:sp>
      <p:sp>
        <p:nvSpPr>
          <p:cNvPr id="5" name="Footer Placeholder 4">
            <a:extLst>
              <a:ext uri="{FF2B5EF4-FFF2-40B4-BE49-F238E27FC236}">
                <a16:creationId xmlns:a16="http://schemas.microsoft.com/office/drawing/2014/main" id="{96FADB65-FF70-0800-8265-4B3C8D062272}"/>
              </a:ext>
            </a:extLst>
          </p:cNvPr>
          <p:cNvSpPr>
            <a:spLocks noGrp="1"/>
          </p:cNvSpPr>
          <p:nvPr>
            <p:ph type="ftr" sz="quarter" idx="11"/>
          </p:nvPr>
        </p:nvSpPr>
        <p:spPr>
          <a:xfrm>
            <a:off x="9005416" y="6372761"/>
            <a:ext cx="1953567" cy="365125"/>
          </a:xfrm>
        </p:spPr>
        <p:txBody>
          <a:bodyPr/>
          <a:lstStyle/>
          <a:p>
            <a:r>
              <a:rPr lang="en-US" sz="1600" dirty="0">
                <a:solidFill>
                  <a:srgbClr val="000000"/>
                </a:solidFill>
              </a:rPr>
              <a:t>www.3aayaam.in</a:t>
            </a:r>
          </a:p>
        </p:txBody>
      </p:sp>
      <p:sp>
        <p:nvSpPr>
          <p:cNvPr id="6" name="Slide Number Placeholder 5">
            <a:extLst>
              <a:ext uri="{FF2B5EF4-FFF2-40B4-BE49-F238E27FC236}">
                <a16:creationId xmlns:a16="http://schemas.microsoft.com/office/drawing/2014/main" id="{217BE75A-D404-A922-6F80-88A3FCC51A8B}"/>
              </a:ext>
            </a:extLst>
          </p:cNvPr>
          <p:cNvSpPr>
            <a:spLocks noGrp="1"/>
          </p:cNvSpPr>
          <p:nvPr>
            <p:ph type="sldNum" sz="quarter" idx="12"/>
          </p:nvPr>
        </p:nvSpPr>
        <p:spPr/>
        <p:txBody>
          <a:bodyPr/>
          <a:lstStyle/>
          <a:p>
            <a:fld id="{CC057153-B650-4DEB-B370-79DDCFDCE934}" type="slidenum">
              <a:rPr lang="en-US" smtClean="0"/>
              <a:pPr/>
              <a:t>15</a:t>
            </a:fld>
            <a:endParaRPr lang="en-US" dirty="0"/>
          </a:p>
        </p:txBody>
      </p:sp>
      <p:sp>
        <p:nvSpPr>
          <p:cNvPr id="14" name="Title 1">
            <a:extLst>
              <a:ext uri="{FF2B5EF4-FFF2-40B4-BE49-F238E27FC236}">
                <a16:creationId xmlns:a16="http://schemas.microsoft.com/office/drawing/2014/main" id="{39314E8B-6223-8083-F3A0-CBE7E31190F7}"/>
              </a:ext>
            </a:extLst>
          </p:cNvPr>
          <p:cNvSpPr txBox="1">
            <a:spLocks/>
          </p:cNvSpPr>
          <p:nvPr/>
        </p:nvSpPr>
        <p:spPr>
          <a:xfrm>
            <a:off x="323890" y="43964"/>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End-to-end Architecture (AWS)</a:t>
            </a:r>
          </a:p>
        </p:txBody>
      </p:sp>
      <p:sp>
        <p:nvSpPr>
          <p:cNvPr id="4" name="Rectangle 3">
            <a:extLst>
              <a:ext uri="{FF2B5EF4-FFF2-40B4-BE49-F238E27FC236}">
                <a16:creationId xmlns:a16="http://schemas.microsoft.com/office/drawing/2014/main" id="{4221A490-7FEE-747A-C38F-D5B4E2A4DE8B}"/>
              </a:ext>
            </a:extLst>
          </p:cNvPr>
          <p:cNvSpPr/>
          <p:nvPr/>
        </p:nvSpPr>
        <p:spPr>
          <a:xfrm>
            <a:off x="378584" y="1767180"/>
            <a:ext cx="2258097" cy="2498502"/>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latin typeface="Avenir Book" panose="02000503020000020003" pitchFamily="2" charset="0"/>
              </a:rPr>
              <a:t>S3</a:t>
            </a:r>
          </a:p>
        </p:txBody>
      </p:sp>
      <p:sp>
        <p:nvSpPr>
          <p:cNvPr id="8" name="Rectangle 7">
            <a:extLst>
              <a:ext uri="{FF2B5EF4-FFF2-40B4-BE49-F238E27FC236}">
                <a16:creationId xmlns:a16="http://schemas.microsoft.com/office/drawing/2014/main" id="{CCEC83AC-8D58-4CB2-32A4-707B5E132FD2}"/>
              </a:ext>
            </a:extLst>
          </p:cNvPr>
          <p:cNvSpPr/>
          <p:nvPr/>
        </p:nvSpPr>
        <p:spPr>
          <a:xfrm>
            <a:off x="627576" y="2050515"/>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Account data</a:t>
            </a:r>
          </a:p>
        </p:txBody>
      </p:sp>
      <p:sp>
        <p:nvSpPr>
          <p:cNvPr id="9" name="Rectangle 8">
            <a:extLst>
              <a:ext uri="{FF2B5EF4-FFF2-40B4-BE49-F238E27FC236}">
                <a16:creationId xmlns:a16="http://schemas.microsoft.com/office/drawing/2014/main" id="{E2D6F875-5B75-44E0-B2B5-0754C0605E75}"/>
              </a:ext>
            </a:extLst>
          </p:cNvPr>
          <p:cNvSpPr/>
          <p:nvPr/>
        </p:nvSpPr>
        <p:spPr>
          <a:xfrm>
            <a:off x="627576" y="2696798"/>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Customer data</a:t>
            </a:r>
          </a:p>
        </p:txBody>
      </p:sp>
      <p:sp>
        <p:nvSpPr>
          <p:cNvPr id="10" name="Rectangle 9">
            <a:extLst>
              <a:ext uri="{FF2B5EF4-FFF2-40B4-BE49-F238E27FC236}">
                <a16:creationId xmlns:a16="http://schemas.microsoft.com/office/drawing/2014/main" id="{C4E1D1F6-E103-3713-E8D5-E0B03D7F0253}"/>
              </a:ext>
            </a:extLst>
          </p:cNvPr>
          <p:cNvSpPr/>
          <p:nvPr/>
        </p:nvSpPr>
        <p:spPr>
          <a:xfrm>
            <a:off x="627576" y="3347180"/>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Transaction data</a:t>
            </a:r>
          </a:p>
        </p:txBody>
      </p:sp>
      <p:sp>
        <p:nvSpPr>
          <p:cNvPr id="11" name="Rectangle 10">
            <a:extLst>
              <a:ext uri="{FF2B5EF4-FFF2-40B4-BE49-F238E27FC236}">
                <a16:creationId xmlns:a16="http://schemas.microsoft.com/office/drawing/2014/main" id="{04D9C61D-9952-C42A-F7C8-3C01E4636846}"/>
              </a:ext>
            </a:extLst>
          </p:cNvPr>
          <p:cNvSpPr/>
          <p:nvPr/>
        </p:nvSpPr>
        <p:spPr>
          <a:xfrm>
            <a:off x="378584" y="5295946"/>
            <a:ext cx="11114467" cy="811369"/>
          </a:xfrm>
          <a:prstGeom prst="rect">
            <a:avLst/>
          </a:prstGeom>
          <a:solidFill>
            <a:schemeClr val="tx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EMR</a:t>
            </a:r>
          </a:p>
        </p:txBody>
      </p:sp>
      <p:sp>
        <p:nvSpPr>
          <p:cNvPr id="13" name="Can 12">
            <a:extLst>
              <a:ext uri="{FF2B5EF4-FFF2-40B4-BE49-F238E27FC236}">
                <a16:creationId xmlns:a16="http://schemas.microsoft.com/office/drawing/2014/main" id="{37FE31E0-7C15-0EB9-C808-589FC1399B85}"/>
              </a:ext>
            </a:extLst>
          </p:cNvPr>
          <p:cNvSpPr/>
          <p:nvPr/>
        </p:nvSpPr>
        <p:spPr>
          <a:xfrm>
            <a:off x="3132745" y="1767180"/>
            <a:ext cx="1983347" cy="2498502"/>
          </a:xfrm>
          <a:prstGeom prst="can">
            <a:avLst>
              <a:gd name="adj" fmla="val 24637"/>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latin typeface="Avenir Book" panose="02000503020000020003" pitchFamily="2" charset="0"/>
              </a:rPr>
              <a:t>Aurora MySQL</a:t>
            </a:r>
          </a:p>
        </p:txBody>
      </p:sp>
      <p:sp>
        <p:nvSpPr>
          <p:cNvPr id="15" name="Rectangle 14">
            <a:extLst>
              <a:ext uri="{FF2B5EF4-FFF2-40B4-BE49-F238E27FC236}">
                <a16:creationId xmlns:a16="http://schemas.microsoft.com/office/drawing/2014/main" id="{BA176ADA-18FB-6DB1-DA6E-E2475536CA7D}"/>
              </a:ext>
            </a:extLst>
          </p:cNvPr>
          <p:cNvSpPr/>
          <p:nvPr/>
        </p:nvSpPr>
        <p:spPr>
          <a:xfrm>
            <a:off x="3441834" y="2368675"/>
            <a:ext cx="1365164"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Account</a:t>
            </a:r>
          </a:p>
        </p:txBody>
      </p:sp>
      <p:sp>
        <p:nvSpPr>
          <p:cNvPr id="16" name="Rectangle 15">
            <a:extLst>
              <a:ext uri="{FF2B5EF4-FFF2-40B4-BE49-F238E27FC236}">
                <a16:creationId xmlns:a16="http://schemas.microsoft.com/office/drawing/2014/main" id="{A161BF11-FCAE-2788-4B87-AC3DB68406F2}"/>
              </a:ext>
            </a:extLst>
          </p:cNvPr>
          <p:cNvSpPr/>
          <p:nvPr/>
        </p:nvSpPr>
        <p:spPr>
          <a:xfrm>
            <a:off x="3441833" y="2813140"/>
            <a:ext cx="1365164"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Customer</a:t>
            </a:r>
          </a:p>
        </p:txBody>
      </p:sp>
      <p:sp>
        <p:nvSpPr>
          <p:cNvPr id="17" name="Rectangle 16">
            <a:extLst>
              <a:ext uri="{FF2B5EF4-FFF2-40B4-BE49-F238E27FC236}">
                <a16:creationId xmlns:a16="http://schemas.microsoft.com/office/drawing/2014/main" id="{C1DB274F-BC55-ED2A-206E-351DBAE7F0B5}"/>
              </a:ext>
            </a:extLst>
          </p:cNvPr>
          <p:cNvSpPr/>
          <p:nvPr/>
        </p:nvSpPr>
        <p:spPr>
          <a:xfrm>
            <a:off x="3441833" y="3269475"/>
            <a:ext cx="1365164"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Transaction</a:t>
            </a:r>
          </a:p>
        </p:txBody>
      </p:sp>
      <p:sp>
        <p:nvSpPr>
          <p:cNvPr id="20" name="Can 19">
            <a:extLst>
              <a:ext uri="{FF2B5EF4-FFF2-40B4-BE49-F238E27FC236}">
                <a16:creationId xmlns:a16="http://schemas.microsoft.com/office/drawing/2014/main" id="{B1572045-A529-03A9-9C9F-8FE1A257FACE}"/>
              </a:ext>
            </a:extLst>
          </p:cNvPr>
          <p:cNvSpPr/>
          <p:nvPr/>
        </p:nvSpPr>
        <p:spPr>
          <a:xfrm>
            <a:off x="5612156" y="1324187"/>
            <a:ext cx="2697895" cy="3206793"/>
          </a:xfrm>
          <a:prstGeom prst="can">
            <a:avLst>
              <a:gd name="adj" fmla="val 21947"/>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dirty="0">
              <a:latin typeface="Avenir Book" panose="02000503020000020003" pitchFamily="2" charset="0"/>
            </a:endParaRPr>
          </a:p>
        </p:txBody>
      </p:sp>
      <p:sp>
        <p:nvSpPr>
          <p:cNvPr id="21" name="Rectangle 20">
            <a:extLst>
              <a:ext uri="{FF2B5EF4-FFF2-40B4-BE49-F238E27FC236}">
                <a16:creationId xmlns:a16="http://schemas.microsoft.com/office/drawing/2014/main" id="{8C508072-34E8-1129-A276-9B22D308E09F}"/>
              </a:ext>
            </a:extLst>
          </p:cNvPr>
          <p:cNvSpPr/>
          <p:nvPr/>
        </p:nvSpPr>
        <p:spPr>
          <a:xfrm>
            <a:off x="5851967" y="2072074"/>
            <a:ext cx="2218272"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rgbClr val="000000"/>
                </a:solidFill>
                <a:latin typeface="Avenir Book" panose="02000503020000020003" pitchFamily="2" charset="0"/>
              </a:rPr>
              <a:t>transaction_hist</a:t>
            </a:r>
            <a:endParaRPr lang="en-US" sz="1600" dirty="0">
              <a:solidFill>
                <a:srgbClr val="000000"/>
              </a:solidFill>
              <a:latin typeface="Avenir Book" panose="02000503020000020003" pitchFamily="2" charset="0"/>
            </a:endParaRPr>
          </a:p>
        </p:txBody>
      </p:sp>
      <p:sp>
        <p:nvSpPr>
          <p:cNvPr id="23" name="Rectangle 22">
            <a:extLst>
              <a:ext uri="{FF2B5EF4-FFF2-40B4-BE49-F238E27FC236}">
                <a16:creationId xmlns:a16="http://schemas.microsoft.com/office/drawing/2014/main" id="{B04E8944-144E-D735-8621-2779042F05DA}"/>
              </a:ext>
            </a:extLst>
          </p:cNvPr>
          <p:cNvSpPr/>
          <p:nvPr/>
        </p:nvSpPr>
        <p:spPr>
          <a:xfrm>
            <a:off x="5850379" y="2542658"/>
            <a:ext cx="2218272"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txn_hist_agg_cnt_5y</a:t>
            </a:r>
          </a:p>
        </p:txBody>
      </p:sp>
      <p:sp>
        <p:nvSpPr>
          <p:cNvPr id="24" name="Rectangle 23">
            <a:extLst>
              <a:ext uri="{FF2B5EF4-FFF2-40B4-BE49-F238E27FC236}">
                <a16:creationId xmlns:a16="http://schemas.microsoft.com/office/drawing/2014/main" id="{B9A14F78-7D67-A737-D714-6FFFC67ED9C7}"/>
              </a:ext>
            </a:extLst>
          </p:cNvPr>
          <p:cNvSpPr/>
          <p:nvPr/>
        </p:nvSpPr>
        <p:spPr>
          <a:xfrm>
            <a:off x="5850379" y="3011911"/>
            <a:ext cx="2218272"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rgbClr val="000000"/>
                </a:solidFill>
                <a:latin typeface="Avenir Book" panose="02000503020000020003" pitchFamily="2" charset="0"/>
              </a:rPr>
              <a:t>txn_geography_dtl</a:t>
            </a:r>
            <a:endParaRPr lang="en-US" sz="1600" dirty="0">
              <a:solidFill>
                <a:srgbClr val="000000"/>
              </a:solidFill>
              <a:latin typeface="Avenir Book" panose="02000503020000020003" pitchFamily="2" charset="0"/>
            </a:endParaRPr>
          </a:p>
        </p:txBody>
      </p:sp>
      <p:sp>
        <p:nvSpPr>
          <p:cNvPr id="25" name="Rectangle 24">
            <a:extLst>
              <a:ext uri="{FF2B5EF4-FFF2-40B4-BE49-F238E27FC236}">
                <a16:creationId xmlns:a16="http://schemas.microsoft.com/office/drawing/2014/main" id="{F5DB6357-4F3D-2024-2BFA-64340388303C}"/>
              </a:ext>
            </a:extLst>
          </p:cNvPr>
          <p:cNvSpPr/>
          <p:nvPr/>
        </p:nvSpPr>
        <p:spPr>
          <a:xfrm>
            <a:off x="5850379" y="3460020"/>
            <a:ext cx="2218272"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rgbClr val="000000"/>
                </a:solidFill>
                <a:latin typeface="Avenir Book" panose="02000503020000020003" pitchFamily="2" charset="0"/>
              </a:rPr>
              <a:t>calc_risk_score</a:t>
            </a:r>
            <a:endParaRPr lang="en-US" sz="1600" dirty="0">
              <a:solidFill>
                <a:srgbClr val="000000"/>
              </a:solidFill>
              <a:latin typeface="Avenir Book" panose="02000503020000020003" pitchFamily="2" charset="0"/>
            </a:endParaRPr>
          </a:p>
        </p:txBody>
      </p:sp>
      <p:sp>
        <p:nvSpPr>
          <p:cNvPr id="26" name="Rectangle 25">
            <a:extLst>
              <a:ext uri="{FF2B5EF4-FFF2-40B4-BE49-F238E27FC236}">
                <a16:creationId xmlns:a16="http://schemas.microsoft.com/office/drawing/2014/main" id="{857CB7CE-424D-8226-BA41-78EAC304CD5A}"/>
              </a:ext>
            </a:extLst>
          </p:cNvPr>
          <p:cNvSpPr/>
          <p:nvPr/>
        </p:nvSpPr>
        <p:spPr>
          <a:xfrm>
            <a:off x="5850379" y="3908129"/>
            <a:ext cx="2218272" cy="3389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rgbClr val="000000"/>
                </a:solidFill>
                <a:latin typeface="Avenir Book" panose="02000503020000020003" pitchFamily="2" charset="0"/>
              </a:rPr>
              <a:t>txn_hist_agg_last_yr</a:t>
            </a:r>
            <a:endParaRPr lang="en-US" sz="1600" dirty="0">
              <a:solidFill>
                <a:srgbClr val="000000"/>
              </a:solidFill>
              <a:latin typeface="Avenir Book" panose="02000503020000020003" pitchFamily="2" charset="0"/>
            </a:endParaRPr>
          </a:p>
        </p:txBody>
      </p:sp>
      <p:sp>
        <p:nvSpPr>
          <p:cNvPr id="27" name="Rectangle 26">
            <a:extLst>
              <a:ext uri="{FF2B5EF4-FFF2-40B4-BE49-F238E27FC236}">
                <a16:creationId xmlns:a16="http://schemas.microsoft.com/office/drawing/2014/main" id="{CBF915DE-4158-6D2D-DEA4-018B4DA2E83F}"/>
              </a:ext>
            </a:extLst>
          </p:cNvPr>
          <p:cNvSpPr/>
          <p:nvPr/>
        </p:nvSpPr>
        <p:spPr>
          <a:xfrm>
            <a:off x="1989214" y="5489128"/>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PySpark Batch</a:t>
            </a:r>
          </a:p>
        </p:txBody>
      </p:sp>
      <p:sp>
        <p:nvSpPr>
          <p:cNvPr id="28" name="TextBox 27">
            <a:extLst>
              <a:ext uri="{FF2B5EF4-FFF2-40B4-BE49-F238E27FC236}">
                <a16:creationId xmlns:a16="http://schemas.microsoft.com/office/drawing/2014/main" id="{BF258B39-4179-C167-2799-C11A725882DC}"/>
              </a:ext>
            </a:extLst>
          </p:cNvPr>
          <p:cNvSpPr txBox="1"/>
          <p:nvPr/>
        </p:nvSpPr>
        <p:spPr>
          <a:xfrm>
            <a:off x="6264055" y="1452260"/>
            <a:ext cx="1390919" cy="369332"/>
          </a:xfrm>
          <a:prstGeom prst="rect">
            <a:avLst/>
          </a:prstGeom>
          <a:noFill/>
        </p:spPr>
        <p:txBody>
          <a:bodyPr wrap="square" rtlCol="0">
            <a:spAutoFit/>
          </a:bodyPr>
          <a:lstStyle/>
          <a:p>
            <a:pPr algn="ctr">
              <a:spcBef>
                <a:spcPts val="600"/>
              </a:spcBef>
              <a:spcAft>
                <a:spcPts val="600"/>
              </a:spcAft>
            </a:pPr>
            <a:r>
              <a:rPr lang="en-US" dirty="0">
                <a:solidFill>
                  <a:schemeClr val="bg1"/>
                </a:solidFill>
                <a:latin typeface="Avenir Book" panose="02000503020000020003" pitchFamily="2" charset="0"/>
              </a:rPr>
              <a:t>Redshift</a:t>
            </a:r>
          </a:p>
        </p:txBody>
      </p:sp>
      <p:sp>
        <p:nvSpPr>
          <p:cNvPr id="30" name="Rectangle 29">
            <a:extLst>
              <a:ext uri="{FF2B5EF4-FFF2-40B4-BE49-F238E27FC236}">
                <a16:creationId xmlns:a16="http://schemas.microsoft.com/office/drawing/2014/main" id="{0F872A12-1EAA-E995-D87A-A668B1280ABA}"/>
              </a:ext>
            </a:extLst>
          </p:cNvPr>
          <p:cNvSpPr/>
          <p:nvPr/>
        </p:nvSpPr>
        <p:spPr>
          <a:xfrm>
            <a:off x="4529700" y="5489128"/>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PySpark Batch</a:t>
            </a:r>
          </a:p>
        </p:txBody>
      </p:sp>
      <p:sp>
        <p:nvSpPr>
          <p:cNvPr id="31" name="Rectangle 30">
            <a:extLst>
              <a:ext uri="{FF2B5EF4-FFF2-40B4-BE49-F238E27FC236}">
                <a16:creationId xmlns:a16="http://schemas.microsoft.com/office/drawing/2014/main" id="{031108A7-4921-0F4D-ABFF-FFE2E6DA52F0}"/>
              </a:ext>
            </a:extLst>
          </p:cNvPr>
          <p:cNvSpPr/>
          <p:nvPr/>
        </p:nvSpPr>
        <p:spPr>
          <a:xfrm>
            <a:off x="6488722" y="5489128"/>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PySpark Batch</a:t>
            </a:r>
          </a:p>
        </p:txBody>
      </p:sp>
      <p:sp>
        <p:nvSpPr>
          <p:cNvPr id="32" name="Rectangle 31">
            <a:extLst>
              <a:ext uri="{FF2B5EF4-FFF2-40B4-BE49-F238E27FC236}">
                <a16:creationId xmlns:a16="http://schemas.microsoft.com/office/drawing/2014/main" id="{7AE4F15C-0B74-4135-3572-991510E2396E}"/>
              </a:ext>
            </a:extLst>
          </p:cNvPr>
          <p:cNvSpPr/>
          <p:nvPr/>
        </p:nvSpPr>
        <p:spPr>
          <a:xfrm>
            <a:off x="9041291" y="3497326"/>
            <a:ext cx="1794954" cy="620963"/>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venir Book" panose="02000503020000020003" pitchFamily="2" charset="0"/>
              </a:rPr>
              <a:t>MSK </a:t>
            </a:r>
            <a:r>
              <a:rPr lang="en-US" dirty="0">
                <a:latin typeface="Avenir Book" panose="02000503020000020003" pitchFamily="2" charset="0"/>
              </a:rPr>
              <a:t>(</a:t>
            </a:r>
            <a:r>
              <a:rPr lang="en-US">
                <a:latin typeface="Avenir Book" panose="02000503020000020003" pitchFamily="2" charset="0"/>
              </a:rPr>
              <a:t>Kafka)</a:t>
            </a:r>
            <a:endParaRPr lang="en-US" dirty="0">
              <a:latin typeface="Avenir Book" panose="02000503020000020003" pitchFamily="2" charset="0"/>
            </a:endParaRPr>
          </a:p>
        </p:txBody>
      </p:sp>
      <p:sp>
        <p:nvSpPr>
          <p:cNvPr id="34" name="Rectangle 33">
            <a:extLst>
              <a:ext uri="{FF2B5EF4-FFF2-40B4-BE49-F238E27FC236}">
                <a16:creationId xmlns:a16="http://schemas.microsoft.com/office/drawing/2014/main" id="{61CE5A4C-FEC4-EB8A-8439-EB74D771BBAA}"/>
              </a:ext>
            </a:extLst>
          </p:cNvPr>
          <p:cNvSpPr/>
          <p:nvPr/>
        </p:nvSpPr>
        <p:spPr>
          <a:xfrm>
            <a:off x="9041291" y="5489128"/>
            <a:ext cx="1734355" cy="425003"/>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Avenir Book" panose="02000503020000020003" pitchFamily="2" charset="0"/>
              </a:rPr>
              <a:t>PySpark Stream</a:t>
            </a:r>
          </a:p>
        </p:txBody>
      </p:sp>
      <p:sp>
        <p:nvSpPr>
          <p:cNvPr id="35" name="TextBox 34">
            <a:extLst>
              <a:ext uri="{FF2B5EF4-FFF2-40B4-BE49-F238E27FC236}">
                <a16:creationId xmlns:a16="http://schemas.microsoft.com/office/drawing/2014/main" id="{25B379DB-6E39-157C-D792-73AA594EFAF7}"/>
              </a:ext>
            </a:extLst>
          </p:cNvPr>
          <p:cNvSpPr txBox="1"/>
          <p:nvPr/>
        </p:nvSpPr>
        <p:spPr>
          <a:xfrm>
            <a:off x="627576" y="5516963"/>
            <a:ext cx="1008041" cy="369332"/>
          </a:xfrm>
          <a:prstGeom prst="rect">
            <a:avLst/>
          </a:prstGeom>
          <a:noFill/>
        </p:spPr>
        <p:txBody>
          <a:bodyPr wrap="square" rtlCol="0">
            <a:spAutoFit/>
          </a:bodyPr>
          <a:lstStyle/>
          <a:p>
            <a:pPr algn="ctr">
              <a:spcBef>
                <a:spcPts val="600"/>
              </a:spcBef>
              <a:spcAft>
                <a:spcPts val="600"/>
              </a:spcAft>
            </a:pPr>
            <a:r>
              <a:rPr lang="en-US" dirty="0">
                <a:solidFill>
                  <a:schemeClr val="bg1"/>
                </a:solidFill>
                <a:latin typeface="Avenir Book" panose="02000503020000020003" pitchFamily="2" charset="0"/>
              </a:rPr>
              <a:t>EMR</a:t>
            </a:r>
          </a:p>
        </p:txBody>
      </p:sp>
      <p:sp>
        <p:nvSpPr>
          <p:cNvPr id="36" name="Rectangle 35">
            <a:extLst>
              <a:ext uri="{FF2B5EF4-FFF2-40B4-BE49-F238E27FC236}">
                <a16:creationId xmlns:a16="http://schemas.microsoft.com/office/drawing/2014/main" id="{2B39A7C1-A6A2-84E5-9100-4DAFEBDD9062}"/>
              </a:ext>
            </a:extLst>
          </p:cNvPr>
          <p:cNvSpPr/>
          <p:nvPr/>
        </p:nvSpPr>
        <p:spPr>
          <a:xfrm>
            <a:off x="9041291" y="2514202"/>
            <a:ext cx="1794954" cy="620963"/>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Kafka Producer</a:t>
            </a:r>
          </a:p>
        </p:txBody>
      </p:sp>
      <p:sp>
        <p:nvSpPr>
          <p:cNvPr id="37" name="Rectangle 36">
            <a:extLst>
              <a:ext uri="{FF2B5EF4-FFF2-40B4-BE49-F238E27FC236}">
                <a16:creationId xmlns:a16="http://schemas.microsoft.com/office/drawing/2014/main" id="{8266B406-7810-53B9-6FFD-E0E034B7D215}"/>
              </a:ext>
            </a:extLst>
          </p:cNvPr>
          <p:cNvSpPr/>
          <p:nvPr/>
        </p:nvSpPr>
        <p:spPr>
          <a:xfrm>
            <a:off x="9027589" y="1665241"/>
            <a:ext cx="1808656" cy="520265"/>
          </a:xfrm>
          <a:prstGeom prst="rect">
            <a:avLst/>
          </a:prstGeom>
          <a:solidFill>
            <a:schemeClr val="bg1">
              <a:lumMod val="8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latin typeface="Avenir Book" panose="02000503020000020003" pitchFamily="2" charset="0"/>
              </a:rPr>
              <a:t>JSON Files</a:t>
            </a:r>
          </a:p>
        </p:txBody>
      </p:sp>
      <p:cxnSp>
        <p:nvCxnSpPr>
          <p:cNvPr id="39" name="Elbow Connector 38">
            <a:extLst>
              <a:ext uri="{FF2B5EF4-FFF2-40B4-BE49-F238E27FC236}">
                <a16:creationId xmlns:a16="http://schemas.microsoft.com/office/drawing/2014/main" id="{98129513-8AE5-732A-9C4B-DD5F5CF4A73B}"/>
              </a:ext>
            </a:extLst>
          </p:cNvPr>
          <p:cNvCxnSpPr>
            <a:cxnSpLocks/>
            <a:stCxn id="4" idx="2"/>
            <a:endCxn id="27" idx="0"/>
          </p:cNvCxnSpPr>
          <p:nvPr/>
        </p:nvCxnSpPr>
        <p:spPr>
          <a:xfrm rot="16200000" flipH="1">
            <a:off x="1570289" y="4203025"/>
            <a:ext cx="1223446" cy="1348759"/>
          </a:xfrm>
          <a:prstGeom prst="bentConnector3">
            <a:avLst>
              <a:gd name="adj1" fmla="val 50000"/>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B55E6637-CEBB-54BE-403B-EC428FDF4590}"/>
              </a:ext>
            </a:extLst>
          </p:cNvPr>
          <p:cNvCxnSpPr>
            <a:cxnSpLocks/>
            <a:endCxn id="13" idx="3"/>
          </p:cNvCxnSpPr>
          <p:nvPr/>
        </p:nvCxnSpPr>
        <p:spPr>
          <a:xfrm rot="5400000" flipH="1" flipV="1">
            <a:off x="2995217" y="4314137"/>
            <a:ext cx="1177657" cy="1080748"/>
          </a:xfrm>
          <a:prstGeom prst="bentConnector3">
            <a:avLst>
              <a:gd name="adj1" fmla="val 50000"/>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13CCB97E-4455-31BF-D0DA-F33CCE323806}"/>
              </a:ext>
            </a:extLst>
          </p:cNvPr>
          <p:cNvCxnSpPr>
            <a:cxnSpLocks/>
          </p:cNvCxnSpPr>
          <p:nvPr/>
        </p:nvCxnSpPr>
        <p:spPr>
          <a:xfrm rot="16200000" flipH="1">
            <a:off x="4224058" y="4436499"/>
            <a:ext cx="1203418" cy="810266"/>
          </a:xfrm>
          <a:prstGeom prst="bentConnector3">
            <a:avLst>
              <a:gd name="adj1" fmla="val 50000"/>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a:extLst>
              <a:ext uri="{FF2B5EF4-FFF2-40B4-BE49-F238E27FC236}">
                <a16:creationId xmlns:a16="http://schemas.microsoft.com/office/drawing/2014/main" id="{E81E82A1-66F5-3BBF-1F23-A102E1FCBA90}"/>
              </a:ext>
            </a:extLst>
          </p:cNvPr>
          <p:cNvCxnSpPr>
            <a:cxnSpLocks/>
          </p:cNvCxnSpPr>
          <p:nvPr/>
        </p:nvCxnSpPr>
        <p:spPr>
          <a:xfrm rot="5400000" flipH="1" flipV="1">
            <a:off x="5522953" y="4502881"/>
            <a:ext cx="952379" cy="917094"/>
          </a:xfrm>
          <a:prstGeom prst="bentConnector3">
            <a:avLst>
              <a:gd name="adj1" fmla="val 50000"/>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a:extLst>
              <a:ext uri="{FF2B5EF4-FFF2-40B4-BE49-F238E27FC236}">
                <a16:creationId xmlns:a16="http://schemas.microsoft.com/office/drawing/2014/main" id="{B2C3D673-1D5D-3664-D667-0F8BD26D5202}"/>
              </a:ext>
            </a:extLst>
          </p:cNvPr>
          <p:cNvCxnSpPr>
            <a:cxnSpLocks/>
          </p:cNvCxnSpPr>
          <p:nvPr/>
        </p:nvCxnSpPr>
        <p:spPr>
          <a:xfrm rot="16200000" flipH="1">
            <a:off x="6679428" y="4799777"/>
            <a:ext cx="958148" cy="394796"/>
          </a:xfrm>
          <a:prstGeom prst="bentConnector3">
            <a:avLst>
              <a:gd name="adj1" fmla="val 50000"/>
            </a:avLst>
          </a:prstGeom>
          <a:ln w="19050">
            <a:solidFill>
              <a:srgbClr val="0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2033D54-90F6-3D77-A202-8D3828709961}"/>
              </a:ext>
            </a:extLst>
          </p:cNvPr>
          <p:cNvCxnSpPr>
            <a:stCxn id="37" idx="2"/>
            <a:endCxn id="36" idx="0"/>
          </p:cNvCxnSpPr>
          <p:nvPr/>
        </p:nvCxnSpPr>
        <p:spPr>
          <a:xfrm>
            <a:off x="9931917" y="2185506"/>
            <a:ext cx="6851" cy="328696"/>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1DC2158-2423-B18F-7024-294CF723013A}"/>
              </a:ext>
            </a:extLst>
          </p:cNvPr>
          <p:cNvCxnSpPr>
            <a:cxnSpLocks/>
            <a:stCxn id="36" idx="2"/>
            <a:endCxn id="32" idx="0"/>
          </p:cNvCxnSpPr>
          <p:nvPr/>
        </p:nvCxnSpPr>
        <p:spPr>
          <a:xfrm>
            <a:off x="9938768" y="3135165"/>
            <a:ext cx="0" cy="362161"/>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967CA1F-41FA-026E-1F42-6098E10F3103}"/>
              </a:ext>
            </a:extLst>
          </p:cNvPr>
          <p:cNvCxnSpPr>
            <a:cxnSpLocks/>
            <a:stCxn id="32" idx="2"/>
          </p:cNvCxnSpPr>
          <p:nvPr/>
        </p:nvCxnSpPr>
        <p:spPr>
          <a:xfrm>
            <a:off x="9938768" y="4118289"/>
            <a:ext cx="0" cy="1319329"/>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7" name="Elbow Connector 86">
            <a:extLst>
              <a:ext uri="{FF2B5EF4-FFF2-40B4-BE49-F238E27FC236}">
                <a16:creationId xmlns:a16="http://schemas.microsoft.com/office/drawing/2014/main" id="{1F9C00F5-38C3-D561-9119-AFAE81683404}"/>
              </a:ext>
            </a:extLst>
          </p:cNvPr>
          <p:cNvCxnSpPr>
            <a:cxnSpLocks/>
          </p:cNvCxnSpPr>
          <p:nvPr/>
        </p:nvCxnSpPr>
        <p:spPr>
          <a:xfrm>
            <a:off x="7950794" y="4434391"/>
            <a:ext cx="1482371" cy="1039933"/>
          </a:xfrm>
          <a:prstGeom prst="bentConnector3">
            <a:avLst>
              <a:gd name="adj1" fmla="val 10039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64E4B77-DDB7-D6DE-BC31-FC3969F48C32}"/>
              </a:ext>
            </a:extLst>
          </p:cNvPr>
          <p:cNvCxnSpPr>
            <a:cxnSpLocks/>
          </p:cNvCxnSpPr>
          <p:nvPr/>
        </p:nvCxnSpPr>
        <p:spPr>
          <a:xfrm flipV="1">
            <a:off x="10354614" y="4118289"/>
            <a:ext cx="0" cy="1319329"/>
          </a:xfrm>
          <a:prstGeom prst="straightConnector1">
            <a:avLst/>
          </a:prstGeom>
          <a:ln w="1905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3940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A835191-CBBD-2CFF-E32A-127B514BD5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DCD1FA21-A7A1-C5F2-6831-4CF646B97B56}"/>
              </a:ext>
            </a:extLst>
          </p:cNvPr>
          <p:cNvSpPr>
            <a:spLocks noGrp="1"/>
          </p:cNvSpPr>
          <p:nvPr>
            <p:ph type="ftr" sz="quarter" idx="11"/>
          </p:nvPr>
        </p:nvSpPr>
        <p:spPr/>
        <p:txBody>
          <a:bodyPr/>
          <a:lstStyle/>
          <a:p>
            <a:r>
              <a:rPr lang="en-US" sz="1600">
                <a:solidFill>
                  <a:srgbClr val="000000"/>
                </a:solidFill>
              </a:rPr>
              <a:t>www.3aayaam.in</a:t>
            </a:r>
            <a:endParaRPr lang="en-US" sz="1600" dirty="0">
              <a:solidFill>
                <a:srgbClr val="000000"/>
              </a:solidFill>
            </a:endParaRPr>
          </a:p>
        </p:txBody>
      </p:sp>
      <p:sp>
        <p:nvSpPr>
          <p:cNvPr id="6" name="Slide Number Placeholder 5">
            <a:extLst>
              <a:ext uri="{FF2B5EF4-FFF2-40B4-BE49-F238E27FC236}">
                <a16:creationId xmlns:a16="http://schemas.microsoft.com/office/drawing/2014/main" id="{D6C53F9F-B2CE-6022-7778-7528A5CC2AFC}"/>
              </a:ext>
            </a:extLst>
          </p:cNvPr>
          <p:cNvSpPr>
            <a:spLocks noGrp="1"/>
          </p:cNvSpPr>
          <p:nvPr>
            <p:ph type="sldNum" sz="quarter" idx="12"/>
          </p:nvPr>
        </p:nvSpPr>
        <p:spPr/>
        <p:txBody>
          <a:bodyPr/>
          <a:lstStyle/>
          <a:p>
            <a:fld id="{CC057153-B650-4DEB-B370-79DDCFDCE934}" type="slidenum">
              <a:rPr lang="en-US" smtClean="0"/>
              <a:pPr/>
              <a:t>16</a:t>
            </a:fld>
            <a:endParaRPr lang="en-US" dirty="0"/>
          </a:p>
        </p:txBody>
      </p:sp>
      <p:sp>
        <p:nvSpPr>
          <p:cNvPr id="14" name="Title 1">
            <a:extLst>
              <a:ext uri="{FF2B5EF4-FFF2-40B4-BE49-F238E27FC236}">
                <a16:creationId xmlns:a16="http://schemas.microsoft.com/office/drawing/2014/main" id="{AE4AE7A2-A5D9-D9C9-444B-2E5B2D7A5487}"/>
              </a:ext>
            </a:extLst>
          </p:cNvPr>
          <p:cNvSpPr txBox="1">
            <a:spLocks/>
          </p:cNvSpPr>
          <p:nvPr/>
        </p:nvSpPr>
        <p:spPr>
          <a:xfrm>
            <a:off x="323890" y="330147"/>
            <a:ext cx="11489526" cy="1125674"/>
          </a:xfrm>
          <a:prstGeom prst="rect">
            <a:avLst/>
          </a:prstGeom>
        </p:spPr>
        <p:txBody>
          <a:bodyPr vert="horz" lIns="91440" tIns="45720" rIns="91440" bIns="45720" rtlCol="0" anchor="ctr">
            <a:normAutofit/>
          </a:bodyPr>
          <a:lstStyle>
            <a:defPPr>
              <a:defRPr lang="en-US"/>
            </a:defPPr>
            <a:lvl1pPr>
              <a:lnSpc>
                <a:spcPct val="100000"/>
              </a:lnSpc>
              <a:spcBef>
                <a:spcPct val="0"/>
              </a:spcBef>
              <a:buNone/>
              <a:defRPr sz="6000" b="1">
                <a:gradFill>
                  <a:gsLst>
                    <a:gs pos="0">
                      <a:srgbClr val="FF7E79"/>
                    </a:gs>
                    <a:gs pos="100000">
                      <a:srgbClr val="00FB92"/>
                    </a:gs>
                  </a:gsLst>
                  <a:lin ang="13800000" scaled="0"/>
                </a:gradFill>
                <a:latin typeface="Avenir Book" panose="02000503020000020003" pitchFamily="2" charset="0"/>
                <a:ea typeface="+mj-ea"/>
                <a:cs typeface="+mj-cs"/>
              </a:defRPr>
            </a:lvl1pPr>
          </a:lstStyle>
          <a:p>
            <a:r>
              <a:rPr lang="en-US" dirty="0">
                <a:solidFill>
                  <a:schemeClr val="accent1"/>
                </a:solidFill>
              </a:rPr>
              <a:t>Data Pipelines</a:t>
            </a:r>
          </a:p>
        </p:txBody>
      </p:sp>
      <p:sp>
        <p:nvSpPr>
          <p:cNvPr id="27" name="TextBox 26">
            <a:extLst>
              <a:ext uri="{FF2B5EF4-FFF2-40B4-BE49-F238E27FC236}">
                <a16:creationId xmlns:a16="http://schemas.microsoft.com/office/drawing/2014/main" id="{85F820F8-F963-828D-997F-E762A025FA20}"/>
              </a:ext>
            </a:extLst>
          </p:cNvPr>
          <p:cNvSpPr txBox="1"/>
          <p:nvPr/>
        </p:nvSpPr>
        <p:spPr>
          <a:xfrm>
            <a:off x="462987" y="1562582"/>
            <a:ext cx="11350430" cy="4247317"/>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Think of the data pipeline for this. </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Load data from files to RDBMS tables.</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Extract, transform and load from RDBMS to DWH.</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Extract, transform and load from DWH to DWH.</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As there are tables that contain count, aggregation for the last 1 year to 5 years, these tables have to loaded regularly to keep the data latest. Maybe once a month or quarter.</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Last year aggregation table has weekly aggregation columns, so this table should be refreshed at least once a week.</a:t>
            </a:r>
          </a:p>
          <a:p>
            <a:pPr marL="285750" indent="-285750">
              <a:spcBef>
                <a:spcPts val="600"/>
              </a:spcBef>
              <a:spcAft>
                <a:spcPts val="600"/>
              </a:spcAft>
              <a:buFont typeface="Arial" panose="020B0604020202020204" pitchFamily="34" charset="0"/>
              <a:buChar char="•"/>
            </a:pPr>
            <a:r>
              <a:rPr lang="en-US" sz="2000" dirty="0">
                <a:solidFill>
                  <a:srgbClr val="000000"/>
                </a:solidFill>
                <a:latin typeface="Avenir Book" panose="02000503020000020003" pitchFamily="2" charset="0"/>
              </a:rPr>
              <a:t>Continuous streaming pipeline.</a:t>
            </a:r>
          </a:p>
          <a:p>
            <a:pPr marL="285750" indent="-285750">
              <a:spcBef>
                <a:spcPts val="600"/>
              </a:spcBef>
              <a:spcAft>
                <a:spcPts val="600"/>
              </a:spcAft>
              <a:buFont typeface="Arial" panose="020B0604020202020204" pitchFamily="34" charset="0"/>
              <a:buChar char="•"/>
            </a:pPr>
            <a:endParaRPr lang="en-US" sz="2000" dirty="0">
              <a:solidFill>
                <a:srgbClr val="000000"/>
              </a:solidFill>
              <a:latin typeface="Avenir Book" panose="02000503020000020003" pitchFamily="2" charset="0"/>
            </a:endParaRPr>
          </a:p>
        </p:txBody>
      </p:sp>
    </p:spTree>
    <p:extLst>
      <p:ext uri="{BB962C8B-B14F-4D97-AF65-F5344CB8AC3E}">
        <p14:creationId xmlns:p14="http://schemas.microsoft.com/office/powerpoint/2010/main" val="1251310873"/>
      </p:ext>
    </p:extLst>
  </p:cSld>
  <p:clrMapOvr>
    <a:masterClrMapping/>
  </p:clrMapOvr>
</p:sld>
</file>

<file path=ppt/theme/theme1.xml><?xml version="1.0" encoding="utf-8"?>
<a:theme xmlns:a="http://schemas.openxmlformats.org/drawingml/2006/main" name="Office Theme">
  <a:themeElements>
    <a:clrScheme name="Happy Birthday Dad">
      <a:dk1>
        <a:srgbClr val="000000"/>
      </a:dk1>
      <a:lt1>
        <a:srgbClr val="FFFFFF"/>
      </a:lt1>
      <a:dk2>
        <a:srgbClr val="44546A"/>
      </a:dk2>
      <a:lt2>
        <a:srgbClr val="E7E6E6"/>
      </a:lt2>
      <a:accent1>
        <a:srgbClr val="00B192"/>
      </a:accent1>
      <a:accent2>
        <a:srgbClr val="EAE657"/>
      </a:accent2>
      <a:accent3>
        <a:srgbClr val="FC692E"/>
      </a:accent3>
      <a:accent4>
        <a:srgbClr val="C39A6C"/>
      </a:accent4>
      <a:accent5>
        <a:srgbClr val="F09DF9"/>
      </a:accent5>
      <a:accent6>
        <a:srgbClr val="88D8CF"/>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75000"/>
            <a:lumOff val="25000"/>
          </a:schemeClr>
        </a:solidFill>
        <a:ln>
          <a:solidFill>
            <a:schemeClr val="bg1"/>
          </a:solidFill>
        </a:ln>
      </a:spPr>
      <a:bodyPr rtlCol="0" anchor="ctr"/>
      <a:lstStyle>
        <a:defPPr algn="ctr">
          <a:defRPr dirty="0">
            <a:latin typeface="Avenir Book" panose="02000503020000020003" pitchFamily="2" charset="0"/>
          </a:defRPr>
        </a:defPPr>
      </a:lstStyle>
      <a:style>
        <a:lnRef idx="2">
          <a:schemeClr val="accent1">
            <a:shade val="15000"/>
          </a:schemeClr>
        </a:lnRef>
        <a:fillRef idx="1">
          <a:schemeClr val="accent1"/>
        </a:fillRef>
        <a:effectRef idx="0">
          <a:schemeClr val="accent1"/>
        </a:effectRef>
        <a:fontRef idx="minor">
          <a:schemeClr val="lt1"/>
        </a:fontRef>
      </a:style>
    </a:spDef>
    <a:lnDef>
      <a:spPr>
        <a:ln w="19050">
          <a:solidFill>
            <a:schemeClr val="bg1"/>
          </a:solidFill>
          <a:headEnd type="none"/>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spcBef>
            <a:spcPts val="600"/>
          </a:spcBef>
          <a:spcAft>
            <a:spcPts val="600"/>
          </a:spcAft>
          <a:defRPr dirty="0" smtClean="0">
            <a:solidFill>
              <a:schemeClr val="bg1"/>
            </a:solidFill>
            <a:latin typeface="Avenir Book" panose="02000503020000020003" pitchFamily="2" charset="0"/>
          </a:defRPr>
        </a:defPPr>
      </a:lstStyle>
    </a:txDef>
  </a:objectDefaults>
  <a:extraClrSchemeLst/>
  <a:extLst>
    <a:ext uri="{05A4C25C-085E-4340-85A3-A5531E510DB2}">
      <thm15:themeFamily xmlns:thm15="http://schemas.microsoft.com/office/thememl/2012/main" name="tf89280282_win32_fixed" id="{90CBFA85-09FD-4D3D-81E2-57782BBDE0FB}" vid="{2C3BBF52-29D1-4F7F-9ED4-24D9CCE0A7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82CF8AE-7198-4CD3-A0D5-17C0D766ABCF}">
  <ds:schemaRefs>
    <ds:schemaRef ds:uri="http://schemas.microsoft.com/sharepoint/v3/contenttype/forms"/>
  </ds:schemaRefs>
</ds:datastoreItem>
</file>

<file path=customXml/itemProps2.xml><?xml version="1.0" encoding="utf-8"?>
<ds:datastoreItem xmlns:ds="http://schemas.openxmlformats.org/officeDocument/2006/customXml" ds:itemID="{CB59579B-C32A-42C0-BE36-5304F70301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5ADAB8-AE6D-478C-98E2-604F0A86DF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3118</Words>
  <Application>Microsoft Macintosh PowerPoint</Application>
  <PresentationFormat>Widescreen</PresentationFormat>
  <Paragraphs>537</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Avenir</vt:lpstr>
      <vt:lpstr>Avenir Book</vt:lpstr>
      <vt:lpstr>Calibri</vt:lpstr>
      <vt:lpstr>Courier New</vt:lpstr>
      <vt:lpstr>Office Theme</vt:lpstr>
      <vt:lpstr>Project 10  Financial Fraud Detection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2025-10-01T11:10:34Z</cp:lastPrinted>
  <dcterms:created xsi:type="dcterms:W3CDTF">2022-06-27T23:39:42Z</dcterms:created>
  <dcterms:modified xsi:type="dcterms:W3CDTF">2025-10-03T09:23:56Z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