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1"/>
  </p:notesMasterIdLst>
  <p:handoutMasterIdLst>
    <p:handoutMasterId r:id="rId12"/>
  </p:handoutMasterIdLst>
  <p:sldIdLst>
    <p:sldId id="256" r:id="rId5"/>
    <p:sldId id="1577" r:id="rId6"/>
    <p:sldId id="1587" r:id="rId7"/>
    <p:sldId id="1593" r:id="rId8"/>
    <p:sldId id="1589" r:id="rId9"/>
    <p:sldId id="158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E79"/>
    <a:srgbClr val="FF2F92"/>
    <a:srgbClr val="00FDFF"/>
    <a:srgbClr val="0096FF"/>
    <a:srgbClr val="FFFC00"/>
    <a:srgbClr val="FF85FF"/>
    <a:srgbClr val="00FB92"/>
    <a:srgbClr val="D5FC79"/>
    <a:srgbClr val="FF93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94" autoAdjust="0"/>
    <p:restoredTop sz="94660"/>
  </p:normalViewPr>
  <p:slideViewPr>
    <p:cSldViewPr snapToGrid="0">
      <p:cViewPr varScale="1">
        <p:scale>
          <a:sx n="113" d="100"/>
          <a:sy n="113" d="100"/>
        </p:scale>
        <p:origin x="504" y="48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2CE6AB8-B881-4727-81E4-8F150B795B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BC3BA12-00C9-4178-A6D0-60536D00E6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192FFE-9A79-4B09-A370-A3F647DE624F}" type="datetimeFigureOut">
              <a:rPr lang="en-US" smtClean="0"/>
              <a:t>9/27/25</a:t>
            </a:fld>
            <a:endParaRPr lang="en-US" dirty="0"/>
          </a:p>
        </p:txBody>
      </p:sp>
      <p:sp>
        <p:nvSpPr>
          <p:cNvPr id="4" name="Footer Placeholder 3">
            <a:extLst>
              <a:ext uri="{FF2B5EF4-FFF2-40B4-BE49-F238E27FC236}">
                <a16:creationId xmlns:a16="http://schemas.microsoft.com/office/drawing/2014/main" id="{EB9488A2-37D8-4146-8EF6-799539FBB8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216018B-4398-42EA-A6EB-63D548F4C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AA6C83-C7AE-4A16-A795-3EF5870D159D}" type="slidenum">
              <a:rPr lang="en-US" smtClean="0"/>
              <a:t>‹#›</a:t>
            </a:fld>
            <a:endParaRPr lang="en-US" dirty="0"/>
          </a:p>
        </p:txBody>
      </p:sp>
    </p:spTree>
    <p:extLst>
      <p:ext uri="{BB962C8B-B14F-4D97-AF65-F5344CB8AC3E}">
        <p14:creationId xmlns:p14="http://schemas.microsoft.com/office/powerpoint/2010/main" val="2525875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5ADC0B-3AFF-4583-A2D6-A3E917FBC9FC}" type="datetimeFigureOut">
              <a:rPr lang="en-US" smtClean="0"/>
              <a:t>9/27/25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554EF9-332E-4578-9281-905F5369A446}" type="slidenum">
              <a:rPr lang="en-US" smtClean="0"/>
              <a:t>‹#›</a:t>
            </a:fld>
            <a:endParaRPr lang="en-US" dirty="0"/>
          </a:p>
        </p:txBody>
      </p:sp>
    </p:spTree>
    <p:extLst>
      <p:ext uri="{BB962C8B-B14F-4D97-AF65-F5344CB8AC3E}">
        <p14:creationId xmlns:p14="http://schemas.microsoft.com/office/powerpoint/2010/main" val="1739411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554EF9-332E-4578-9281-905F5369A446}" type="slidenum">
              <a:rPr lang="en-US" smtClean="0"/>
              <a:t>1</a:t>
            </a:fld>
            <a:endParaRPr lang="en-US" dirty="0"/>
          </a:p>
        </p:txBody>
      </p:sp>
    </p:spTree>
    <p:extLst>
      <p:ext uri="{BB962C8B-B14F-4D97-AF65-F5344CB8AC3E}">
        <p14:creationId xmlns:p14="http://schemas.microsoft.com/office/powerpoint/2010/main" val="3309143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9AD6C-E5E7-441D-0544-9C4826A61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D6C4FD-0903-563D-E57A-F870D5750C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A9633E-9E43-407A-270B-6594CC9604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222846-6E15-7024-07B5-8076A58A0777}"/>
              </a:ext>
            </a:extLst>
          </p:cNvPr>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8374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039CE-1982-A755-62F8-8284B0A53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DFAE1-0BD7-CC97-B58A-0352C499D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543B1-F9DB-297D-9533-EC4717737C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3D377E-6D8A-B23C-DF8C-E92C9AEAD128}"/>
              </a:ext>
            </a:extLst>
          </p:cNvPr>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3203612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CFB08-3778-F45F-035F-68184E5E23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97564-E10D-9E4F-0AC8-73F96D826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4EE61-44A2-B3EA-8ECA-6A23C08DCF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0950A4-E236-FD73-369C-1E842CF0D9A1}"/>
              </a:ext>
            </a:extLst>
          </p:cNvPr>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822456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B3B47-FF19-AF5C-37F1-BD9ECB974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FCFBD-374C-9A37-43D0-7AACE001C6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068FD-EE7D-E3B8-AF72-3403533B07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EF5FE8-8EF9-10C7-F776-BF989E7DAC6A}"/>
              </a:ext>
            </a:extLst>
          </p:cNvPr>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219897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C2DC6-4937-59AF-5D9E-F9FE81538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0D933-DF66-8BB4-8606-309329E0F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3F9683-6032-9649-F633-B5550A54EE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76C461-68D5-703A-A92D-C859FF5723D1}"/>
              </a:ext>
            </a:extLst>
          </p:cNvPr>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197622845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26.svg"/><Relationship Id="rId3" Type="http://schemas.openxmlformats.org/officeDocument/2006/relationships/image" Target="../media/image28.svg"/><Relationship Id="rId7" Type="http://schemas.openxmlformats.org/officeDocument/2006/relationships/image" Target="../media/image32.svg"/><Relationship Id="rId12"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Master" Target="../slideMasters/slideMaster1.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26.svg"/><Relationship Id="rId3" Type="http://schemas.openxmlformats.org/officeDocument/2006/relationships/image" Target="../media/image38.svg"/><Relationship Id="rId7" Type="http://schemas.openxmlformats.org/officeDocument/2006/relationships/image" Target="../media/image42.svg"/><Relationship Id="rId12" Type="http://schemas.openxmlformats.org/officeDocument/2006/relationships/image" Target="../media/image25.png"/><Relationship Id="rId2"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26.svg"/><Relationship Id="rId3" Type="http://schemas.openxmlformats.org/officeDocument/2006/relationships/image" Target="../media/image48.svg"/><Relationship Id="rId7" Type="http://schemas.openxmlformats.org/officeDocument/2006/relationships/image" Target="../media/image52.svg"/><Relationship Id="rId12" Type="http://schemas.openxmlformats.org/officeDocument/2006/relationships/image" Target="../media/image25.png"/><Relationship Id="rId2" Type="http://schemas.openxmlformats.org/officeDocument/2006/relationships/image" Target="../media/image47.png"/><Relationship Id="rId1" Type="http://schemas.openxmlformats.org/officeDocument/2006/relationships/slideMaster" Target="../slideMasters/slideMaster1.xml"/><Relationship Id="rId6" Type="http://schemas.openxmlformats.org/officeDocument/2006/relationships/image" Target="../media/image51.png"/><Relationship Id="rId11" Type="http://schemas.openxmlformats.org/officeDocument/2006/relationships/image" Target="../media/image56.svg"/><Relationship Id="rId5" Type="http://schemas.openxmlformats.org/officeDocument/2006/relationships/image" Target="../media/image50.sv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26.svg"/><Relationship Id="rId3" Type="http://schemas.openxmlformats.org/officeDocument/2006/relationships/image" Target="../media/image58.svg"/><Relationship Id="rId7" Type="http://schemas.openxmlformats.org/officeDocument/2006/relationships/image" Target="../media/image62.svg"/><Relationship Id="rId12" Type="http://schemas.openxmlformats.org/officeDocument/2006/relationships/image" Target="../media/image25.png"/><Relationship Id="rId2" Type="http://schemas.openxmlformats.org/officeDocument/2006/relationships/image" Target="../media/image57.png"/><Relationship Id="rId1" Type="http://schemas.openxmlformats.org/officeDocument/2006/relationships/slideMaster" Target="../slideMasters/slideMaster1.xml"/><Relationship Id="rId6" Type="http://schemas.openxmlformats.org/officeDocument/2006/relationships/image" Target="../media/image61.png"/><Relationship Id="rId11" Type="http://schemas.openxmlformats.org/officeDocument/2006/relationships/image" Target="../media/image66.svg"/><Relationship Id="rId5" Type="http://schemas.openxmlformats.org/officeDocument/2006/relationships/image" Target="../media/image60.sv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26.svg"/><Relationship Id="rId3" Type="http://schemas.openxmlformats.org/officeDocument/2006/relationships/image" Target="../media/image68.svg"/><Relationship Id="rId7" Type="http://schemas.openxmlformats.org/officeDocument/2006/relationships/image" Target="../media/image72.svg"/><Relationship Id="rId12" Type="http://schemas.openxmlformats.org/officeDocument/2006/relationships/image" Target="../media/image25.png"/><Relationship Id="rId2" Type="http://schemas.openxmlformats.org/officeDocument/2006/relationships/image" Target="../media/image67.png"/><Relationship Id="rId1" Type="http://schemas.openxmlformats.org/officeDocument/2006/relationships/slideMaster" Target="../slideMasters/slideMaster1.xml"/><Relationship Id="rId6" Type="http://schemas.openxmlformats.org/officeDocument/2006/relationships/image" Target="../media/image71.png"/><Relationship Id="rId11" Type="http://schemas.openxmlformats.org/officeDocument/2006/relationships/image" Target="../media/image44.svg"/><Relationship Id="rId5" Type="http://schemas.openxmlformats.org/officeDocument/2006/relationships/image" Target="../media/image70.svg"/><Relationship Id="rId10" Type="http://schemas.openxmlformats.org/officeDocument/2006/relationships/image" Target="../media/image43.png"/><Relationship Id="rId4" Type="http://schemas.openxmlformats.org/officeDocument/2006/relationships/image" Target="../media/image69.png"/><Relationship Id="rId9" Type="http://schemas.openxmlformats.org/officeDocument/2006/relationships/image" Target="../media/image74.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26.svg"/><Relationship Id="rId3" Type="http://schemas.openxmlformats.org/officeDocument/2006/relationships/image" Target="../media/image76.svg"/><Relationship Id="rId7" Type="http://schemas.openxmlformats.org/officeDocument/2006/relationships/image" Target="../media/image80.svg"/><Relationship Id="rId12" Type="http://schemas.openxmlformats.org/officeDocument/2006/relationships/image" Target="../media/image25.png"/><Relationship Id="rId2" Type="http://schemas.openxmlformats.org/officeDocument/2006/relationships/image" Target="../media/image75.png"/><Relationship Id="rId1" Type="http://schemas.openxmlformats.org/officeDocument/2006/relationships/slideMaster" Target="../slideMasters/slideMaster1.xml"/><Relationship Id="rId6" Type="http://schemas.openxmlformats.org/officeDocument/2006/relationships/image" Target="../media/image79.png"/><Relationship Id="rId11" Type="http://schemas.openxmlformats.org/officeDocument/2006/relationships/image" Target="../media/image84.svg"/><Relationship Id="rId5" Type="http://schemas.openxmlformats.org/officeDocument/2006/relationships/image" Target="../media/image78.sv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svg"/><Relationship Id="rId3" Type="http://schemas.openxmlformats.org/officeDocument/2006/relationships/image" Target="../media/image86.svg"/><Relationship Id="rId7" Type="http://schemas.openxmlformats.org/officeDocument/2006/relationships/image" Target="../media/image90.svg"/><Relationship Id="rId12" Type="http://schemas.openxmlformats.org/officeDocument/2006/relationships/image" Target="../media/image95.png"/><Relationship Id="rId2" Type="http://schemas.openxmlformats.org/officeDocument/2006/relationships/image" Target="../media/image85.png"/><Relationship Id="rId1" Type="http://schemas.openxmlformats.org/officeDocument/2006/relationships/slideMaster" Target="../slideMasters/slideMaster1.xml"/><Relationship Id="rId6" Type="http://schemas.openxmlformats.org/officeDocument/2006/relationships/image" Target="../media/image89.png"/><Relationship Id="rId11" Type="http://schemas.openxmlformats.org/officeDocument/2006/relationships/image" Target="../media/image94.svg"/><Relationship Id="rId5" Type="http://schemas.openxmlformats.org/officeDocument/2006/relationships/image" Target="../media/image88.sv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svg"/><Relationship Id="rId3" Type="http://schemas.openxmlformats.org/officeDocument/2006/relationships/image" Target="../media/image98.svg"/><Relationship Id="rId7" Type="http://schemas.openxmlformats.org/officeDocument/2006/relationships/image" Target="../media/image102.svg"/><Relationship Id="rId12" Type="http://schemas.openxmlformats.org/officeDocument/2006/relationships/image" Target="../media/image107.png"/><Relationship Id="rId2" Type="http://schemas.openxmlformats.org/officeDocument/2006/relationships/image" Target="../media/image97.png"/><Relationship Id="rId1" Type="http://schemas.openxmlformats.org/officeDocument/2006/relationships/slideMaster" Target="../slideMasters/slideMaster1.xml"/><Relationship Id="rId6" Type="http://schemas.openxmlformats.org/officeDocument/2006/relationships/image" Target="../media/image101.png"/><Relationship Id="rId11" Type="http://schemas.openxmlformats.org/officeDocument/2006/relationships/image" Target="../media/image106.svg"/><Relationship Id="rId5" Type="http://schemas.openxmlformats.org/officeDocument/2006/relationships/image" Target="../media/image100.sv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sv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26.svg"/><Relationship Id="rId3" Type="http://schemas.openxmlformats.org/officeDocument/2006/relationships/image" Target="../media/image110.svg"/><Relationship Id="rId7" Type="http://schemas.openxmlformats.org/officeDocument/2006/relationships/image" Target="../media/image44.svg"/><Relationship Id="rId12" Type="http://schemas.openxmlformats.org/officeDocument/2006/relationships/image" Target="../media/image25.png"/><Relationship Id="rId2" Type="http://schemas.openxmlformats.org/officeDocument/2006/relationships/image" Target="../media/image109.png"/><Relationship Id="rId1" Type="http://schemas.openxmlformats.org/officeDocument/2006/relationships/slideMaster" Target="../slideMasters/slideMaster1.xml"/><Relationship Id="rId6" Type="http://schemas.openxmlformats.org/officeDocument/2006/relationships/image" Target="../media/image43.png"/><Relationship Id="rId11" Type="http://schemas.openxmlformats.org/officeDocument/2006/relationships/image" Target="../media/image116.svg"/><Relationship Id="rId5" Type="http://schemas.openxmlformats.org/officeDocument/2006/relationships/image" Target="../media/image112.svg"/><Relationship Id="rId10" Type="http://schemas.openxmlformats.org/officeDocument/2006/relationships/image" Target="../media/image115.png"/><Relationship Id="rId4" Type="http://schemas.openxmlformats.org/officeDocument/2006/relationships/image" Target="../media/image111.png"/><Relationship Id="rId9" Type="http://schemas.openxmlformats.org/officeDocument/2006/relationships/image" Target="../media/image114.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svg"/><Relationship Id="rId3" Type="http://schemas.openxmlformats.org/officeDocument/2006/relationships/image" Target="../media/image118.svg"/><Relationship Id="rId7" Type="http://schemas.openxmlformats.org/officeDocument/2006/relationships/image" Target="../media/image122.svg"/><Relationship Id="rId12" Type="http://schemas.openxmlformats.org/officeDocument/2006/relationships/image" Target="../media/image127.png"/><Relationship Id="rId2" Type="http://schemas.openxmlformats.org/officeDocument/2006/relationships/image" Target="../media/image117.png"/><Relationship Id="rId1" Type="http://schemas.openxmlformats.org/officeDocument/2006/relationships/slideMaster" Target="../slideMasters/slideMaster1.xml"/><Relationship Id="rId6" Type="http://schemas.openxmlformats.org/officeDocument/2006/relationships/image" Target="../media/image121.png"/><Relationship Id="rId11" Type="http://schemas.openxmlformats.org/officeDocument/2006/relationships/image" Target="../media/image126.svg"/><Relationship Id="rId5" Type="http://schemas.openxmlformats.org/officeDocument/2006/relationships/image" Target="../media/image120.sv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35.png"/><Relationship Id="rId13" Type="http://schemas.openxmlformats.org/officeDocument/2006/relationships/image" Target="../media/image140.svg"/><Relationship Id="rId3" Type="http://schemas.openxmlformats.org/officeDocument/2006/relationships/image" Target="../media/image130.svg"/><Relationship Id="rId7" Type="http://schemas.openxmlformats.org/officeDocument/2006/relationships/image" Target="../media/image134.svg"/><Relationship Id="rId12" Type="http://schemas.openxmlformats.org/officeDocument/2006/relationships/image" Target="../media/image139.png"/><Relationship Id="rId2" Type="http://schemas.openxmlformats.org/officeDocument/2006/relationships/image" Target="../media/image129.png"/><Relationship Id="rId1" Type="http://schemas.openxmlformats.org/officeDocument/2006/relationships/slideMaster" Target="../slideMasters/slideMaster1.xml"/><Relationship Id="rId6" Type="http://schemas.openxmlformats.org/officeDocument/2006/relationships/image" Target="../media/image133.png"/><Relationship Id="rId11" Type="http://schemas.openxmlformats.org/officeDocument/2006/relationships/image" Target="../media/image138.svg"/><Relationship Id="rId5" Type="http://schemas.openxmlformats.org/officeDocument/2006/relationships/image" Target="../media/image132.svg"/><Relationship Id="rId15" Type="http://schemas.openxmlformats.org/officeDocument/2006/relationships/image" Target="../media/image142.svg"/><Relationship Id="rId10" Type="http://schemas.openxmlformats.org/officeDocument/2006/relationships/image" Target="../media/image137.png"/><Relationship Id="rId4" Type="http://schemas.openxmlformats.org/officeDocument/2006/relationships/image" Target="../media/image131.png"/><Relationship Id="rId9" Type="http://schemas.openxmlformats.org/officeDocument/2006/relationships/image" Target="../media/image136.svg"/><Relationship Id="rId14" Type="http://schemas.openxmlformats.org/officeDocument/2006/relationships/image" Target="../media/image14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flip="none" rotWithShape="1">
          <a:gsLst>
            <a:gs pos="13000">
              <a:schemeClr val="accent6"/>
            </a:gs>
            <a:gs pos="94000">
              <a:schemeClr val="accent1"/>
            </a:gs>
          </a:gsLst>
          <a:lin ang="2700000" scaled="1"/>
          <a:tileRect/>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3DCB3805-A2CB-4436-98AE-86CE509C5579}"/>
              </a:ext>
            </a:extLst>
          </p:cNvPr>
          <p:cNvGrpSpPr/>
          <p:nvPr userDrawn="1"/>
        </p:nvGrpSpPr>
        <p:grpSpPr>
          <a:xfrm>
            <a:off x="633986" y="314423"/>
            <a:ext cx="11092843" cy="4437854"/>
            <a:chOff x="633986" y="314423"/>
            <a:chExt cx="11092843" cy="4437854"/>
          </a:xfrm>
        </p:grpSpPr>
        <p:pic>
          <p:nvPicPr>
            <p:cNvPr id="9" name="Graphic 8">
              <a:extLst>
                <a:ext uri="{FF2B5EF4-FFF2-40B4-BE49-F238E27FC236}">
                  <a16:creationId xmlns:a16="http://schemas.microsoft.com/office/drawing/2014/main" id="{373C199D-C339-4C6A-9146-8053C920307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3986" y="314423"/>
              <a:ext cx="11092843" cy="3862800"/>
            </a:xfrm>
            <a:prstGeom prst="rect">
              <a:avLst/>
            </a:prstGeom>
          </p:spPr>
        </p:pic>
        <p:pic>
          <p:nvPicPr>
            <p:cNvPr id="10" name="Graphic 9">
              <a:extLst>
                <a:ext uri="{FF2B5EF4-FFF2-40B4-BE49-F238E27FC236}">
                  <a16:creationId xmlns:a16="http://schemas.microsoft.com/office/drawing/2014/main" id="{3BFAD814-0F73-4B99-8714-FA03537D83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04394" y="662521"/>
              <a:ext cx="9469456" cy="3927600"/>
            </a:xfrm>
            <a:prstGeom prst="rect">
              <a:avLst/>
            </a:prstGeom>
          </p:spPr>
        </p:pic>
        <p:pic>
          <p:nvPicPr>
            <p:cNvPr id="11" name="Graphic 10">
              <a:extLst>
                <a:ext uri="{FF2B5EF4-FFF2-40B4-BE49-F238E27FC236}">
                  <a16:creationId xmlns:a16="http://schemas.microsoft.com/office/drawing/2014/main" id="{E89BEE5E-E0D4-47F7-81B0-CE6BF36C5AB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973790" y="473226"/>
              <a:ext cx="8610184" cy="2070000"/>
            </a:xfrm>
            <a:prstGeom prst="rect">
              <a:avLst/>
            </a:prstGeom>
          </p:spPr>
        </p:pic>
        <p:pic>
          <p:nvPicPr>
            <p:cNvPr id="12" name="Graphic 11">
              <a:extLst>
                <a:ext uri="{FF2B5EF4-FFF2-40B4-BE49-F238E27FC236}">
                  <a16:creationId xmlns:a16="http://schemas.microsoft.com/office/drawing/2014/main" id="{B6E68713-CAEC-4B9F-A1C4-8E9793FD5D4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26680" y="1000662"/>
              <a:ext cx="543600" cy="543600"/>
            </a:xfrm>
            <a:prstGeom prst="rect">
              <a:avLst/>
            </a:prstGeom>
          </p:spPr>
        </p:pic>
        <p:pic>
          <p:nvPicPr>
            <p:cNvPr id="13" name="Graphic 12">
              <a:extLst>
                <a:ext uri="{FF2B5EF4-FFF2-40B4-BE49-F238E27FC236}">
                  <a16:creationId xmlns:a16="http://schemas.microsoft.com/office/drawing/2014/main" id="{9CF9B2BD-B648-46DA-9125-6B25EE18E085}"/>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46528" y="536677"/>
              <a:ext cx="9027987" cy="4215600"/>
            </a:xfrm>
            <a:prstGeom prst="rect">
              <a:avLst/>
            </a:prstGeom>
          </p:spPr>
        </p:pic>
        <p:pic>
          <p:nvPicPr>
            <p:cNvPr id="14" name="Graphic 13">
              <a:extLst>
                <a:ext uri="{FF2B5EF4-FFF2-40B4-BE49-F238E27FC236}">
                  <a16:creationId xmlns:a16="http://schemas.microsoft.com/office/drawing/2014/main" id="{22BDBCA8-0425-4A55-9AE7-1C91EF61769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396264" y="3096515"/>
              <a:ext cx="165600" cy="165600"/>
            </a:xfrm>
            <a:prstGeom prst="rect">
              <a:avLst/>
            </a:prstGeom>
          </p:spPr>
        </p:pic>
        <p:pic>
          <p:nvPicPr>
            <p:cNvPr id="15" name="Graphic 14">
              <a:extLst>
                <a:ext uri="{FF2B5EF4-FFF2-40B4-BE49-F238E27FC236}">
                  <a16:creationId xmlns:a16="http://schemas.microsoft.com/office/drawing/2014/main" id="{200925A2-B38C-4ED9-8CDD-D4462268A495}"/>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8558625" y="779421"/>
              <a:ext cx="2771497" cy="1818000"/>
            </a:xfrm>
            <a:prstGeom prst="rect">
              <a:avLst/>
            </a:prstGeom>
          </p:spPr>
        </p:pic>
      </p:grpSp>
      <p:sp>
        <p:nvSpPr>
          <p:cNvPr id="2" name="Title 1">
            <a:extLst>
              <a:ext uri="{FF2B5EF4-FFF2-40B4-BE49-F238E27FC236}">
                <a16:creationId xmlns:a16="http://schemas.microsoft.com/office/drawing/2014/main" id="{3DB9104B-26DB-493C-8535-F6C35645B9A5}"/>
              </a:ext>
            </a:extLst>
          </p:cNvPr>
          <p:cNvSpPr>
            <a:spLocks noGrp="1"/>
          </p:cNvSpPr>
          <p:nvPr userDrawn="1">
            <p:ph type="ctrTitle" hasCustomPrompt="1"/>
          </p:nvPr>
        </p:nvSpPr>
        <p:spPr>
          <a:xfrm>
            <a:off x="1524000" y="4536120"/>
            <a:ext cx="9144000" cy="1295013"/>
          </a:xfrm>
        </p:spPr>
        <p:txBody>
          <a:bodyPr anchor="b">
            <a:normAutofit/>
          </a:bodyPr>
          <a:lstStyle>
            <a:lvl1pPr algn="ctr">
              <a:defRPr sz="7100" b="1">
                <a:solidFill>
                  <a:schemeClr val="bg1"/>
                </a:solidFill>
                <a:effectLst/>
              </a:defRPr>
            </a:lvl1pPr>
          </a:lstStyle>
          <a:p>
            <a:r>
              <a:rPr lang="en-US" dirty="0"/>
              <a:t>Lorem Ipsum</a:t>
            </a:r>
          </a:p>
        </p:txBody>
      </p:sp>
      <p:sp>
        <p:nvSpPr>
          <p:cNvPr id="3" name="Subtitle 2">
            <a:extLst>
              <a:ext uri="{FF2B5EF4-FFF2-40B4-BE49-F238E27FC236}">
                <a16:creationId xmlns:a16="http://schemas.microsoft.com/office/drawing/2014/main" id="{39C15EC5-5090-475C-9164-061FB25F0721}"/>
              </a:ext>
            </a:extLst>
          </p:cNvPr>
          <p:cNvSpPr>
            <a:spLocks noGrp="1"/>
          </p:cNvSpPr>
          <p:nvPr userDrawn="1">
            <p:ph type="subTitle" idx="1" hasCustomPrompt="1"/>
          </p:nvPr>
        </p:nvSpPr>
        <p:spPr>
          <a:xfrm>
            <a:off x="1524000" y="5923208"/>
            <a:ext cx="9144000" cy="645879"/>
          </a:xfrm>
        </p:spPr>
        <p:txBody>
          <a:bodyPr>
            <a:normAutofit/>
          </a:bodyPr>
          <a:lstStyle>
            <a:lvl1pPr marL="0" indent="0" algn="ctr">
              <a:buNone/>
              <a:defRPr sz="29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Baby Photo Album</a:t>
            </a:r>
          </a:p>
        </p:txBody>
      </p:sp>
      <p:sp>
        <p:nvSpPr>
          <p:cNvPr id="4" name="Date Placeholder 3">
            <a:extLst>
              <a:ext uri="{FF2B5EF4-FFF2-40B4-BE49-F238E27FC236}">
                <a16:creationId xmlns:a16="http://schemas.microsoft.com/office/drawing/2014/main" id="{B834128C-9010-4488-BD55-4108C73E4112}"/>
              </a:ext>
            </a:extLst>
          </p:cNvPr>
          <p:cNvSpPr>
            <a:spLocks noGrp="1"/>
          </p:cNvSpPr>
          <p:nvPr userDrawn="1">
            <p:ph type="dt" sz="half" idx="10"/>
          </p:nvPr>
        </p:nvSpPr>
        <p:spPr/>
        <p:txBody>
          <a:bodyPr/>
          <a:lstStyle>
            <a:lvl1pPr>
              <a:defRPr>
                <a:solidFill>
                  <a:schemeClr val="bg1"/>
                </a:solidFill>
              </a:defRPr>
            </a:lvl1pPr>
          </a:lstStyle>
          <a:p>
            <a:fld id="{1AE79C76-63EB-410C-B7D1-E9EDFD942730}" type="datetimeFigureOut">
              <a:rPr lang="en-US" smtClean="0"/>
              <a:pPr/>
              <a:t>9/27/25</a:t>
            </a:fld>
            <a:endParaRPr lang="en-US" dirty="0"/>
          </a:p>
        </p:txBody>
      </p:sp>
      <p:sp>
        <p:nvSpPr>
          <p:cNvPr id="5" name="Footer Placeholder 4">
            <a:extLst>
              <a:ext uri="{FF2B5EF4-FFF2-40B4-BE49-F238E27FC236}">
                <a16:creationId xmlns:a16="http://schemas.microsoft.com/office/drawing/2014/main" id="{B63B465D-F705-4A2A-B85F-845C689D8CE5}"/>
              </a:ext>
            </a:extLst>
          </p:cNvPr>
          <p:cNvSpPr>
            <a:spLocks noGrp="1"/>
          </p:cNvSpPr>
          <p:nvPr userDrawn="1">
            <p:ph type="ftr" sz="quarter" idx="11"/>
          </p:nvPr>
        </p:nvSpPr>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C7914DE7-6A27-46A5-B53B-D88E0CBA949C}"/>
              </a:ext>
            </a:extLst>
          </p:cNvPr>
          <p:cNvSpPr>
            <a:spLocks noGrp="1"/>
          </p:cNvSpPr>
          <p:nvPr userDrawn="1">
            <p:ph type="sldNum" sz="quarter" idx="12"/>
          </p:nvPr>
        </p:nvSpPr>
        <p:spPr/>
        <p:txBody>
          <a:bodyPr/>
          <a:lstStyle>
            <a:lvl1pPr>
              <a:defRPr>
                <a:solidFill>
                  <a:schemeClr val="bg1"/>
                </a:solidFill>
              </a:defRPr>
            </a:lvl1pPr>
          </a:lstStyle>
          <a:p>
            <a:fld id="{CB7A94A6-63DE-4BAC-88F6-7A5821A40BD2}" type="slidenum">
              <a:rPr lang="en-US" smtClean="0"/>
              <a:pPr/>
              <a:t>‹#›</a:t>
            </a:fld>
            <a:endParaRPr lang="en-US" dirty="0"/>
          </a:p>
        </p:txBody>
      </p:sp>
    </p:spTree>
    <p:extLst>
      <p:ext uri="{BB962C8B-B14F-4D97-AF65-F5344CB8AC3E}">
        <p14:creationId xmlns:p14="http://schemas.microsoft.com/office/powerpoint/2010/main" val="3890181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a:gsLst>
            <a:gs pos="31000">
              <a:schemeClr val="accent6">
                <a:lumMod val="75000"/>
              </a:schemeClr>
            </a:gs>
            <a:gs pos="100000">
              <a:schemeClr val="accent2"/>
            </a:gs>
          </a:gsLst>
          <a:lin ang="2700000" scaled="1"/>
        </a:gra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5523E3B9-AC60-4E86-B413-13A5253F0834}"/>
              </a:ext>
            </a:extLst>
          </p:cNvPr>
          <p:cNvGrpSpPr/>
          <p:nvPr userDrawn="1"/>
        </p:nvGrpSpPr>
        <p:grpSpPr>
          <a:xfrm>
            <a:off x="430971" y="218636"/>
            <a:ext cx="11421394" cy="6253086"/>
            <a:chOff x="430971" y="218636"/>
            <a:chExt cx="11421394" cy="6253086"/>
          </a:xfrm>
        </p:grpSpPr>
        <p:pic>
          <p:nvPicPr>
            <p:cNvPr id="24" name="Graphic 23">
              <a:extLst>
                <a:ext uri="{FF2B5EF4-FFF2-40B4-BE49-F238E27FC236}">
                  <a16:creationId xmlns:a16="http://schemas.microsoft.com/office/drawing/2014/main" id="{1F9C169C-281C-4A1C-9E0B-50066832D4F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0332" y="218636"/>
              <a:ext cx="11242033" cy="6192000"/>
            </a:xfrm>
            <a:prstGeom prst="rect">
              <a:avLst/>
            </a:prstGeom>
          </p:spPr>
        </p:pic>
        <p:pic>
          <p:nvPicPr>
            <p:cNvPr id="25" name="Graphic 24">
              <a:extLst>
                <a:ext uri="{FF2B5EF4-FFF2-40B4-BE49-F238E27FC236}">
                  <a16:creationId xmlns:a16="http://schemas.microsoft.com/office/drawing/2014/main" id="{D7D81077-E88F-440C-9A83-449AE0BF0D7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1028" y="340922"/>
              <a:ext cx="11233453" cy="6130800"/>
            </a:xfrm>
            <a:prstGeom prst="rect">
              <a:avLst/>
            </a:prstGeom>
          </p:spPr>
        </p:pic>
        <p:pic>
          <p:nvPicPr>
            <p:cNvPr id="26" name="Graphic 25">
              <a:extLst>
                <a:ext uri="{FF2B5EF4-FFF2-40B4-BE49-F238E27FC236}">
                  <a16:creationId xmlns:a16="http://schemas.microsoft.com/office/drawing/2014/main" id="{3EA2BDA6-F714-43A2-94B3-BC0CC095892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30971" y="435367"/>
              <a:ext cx="10639739" cy="5205600"/>
            </a:xfrm>
            <a:prstGeom prst="rect">
              <a:avLst/>
            </a:prstGeom>
          </p:spPr>
        </p:pic>
        <p:pic>
          <p:nvPicPr>
            <p:cNvPr id="27" name="Graphic 26">
              <a:extLst>
                <a:ext uri="{FF2B5EF4-FFF2-40B4-BE49-F238E27FC236}">
                  <a16:creationId xmlns:a16="http://schemas.microsoft.com/office/drawing/2014/main" id="{C6E0CFFE-1D74-4D4A-A314-ABF4F00977AE}"/>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932402" y="228380"/>
              <a:ext cx="9672194" cy="6130800"/>
            </a:xfrm>
            <a:prstGeom prst="rect">
              <a:avLst/>
            </a:prstGeom>
          </p:spPr>
        </p:pic>
        <p:pic>
          <p:nvPicPr>
            <p:cNvPr id="28" name="Graphic 27">
              <a:extLst>
                <a:ext uri="{FF2B5EF4-FFF2-40B4-BE49-F238E27FC236}">
                  <a16:creationId xmlns:a16="http://schemas.microsoft.com/office/drawing/2014/main" id="{EBCDC27F-155D-4A1C-B4B5-6E0B3BDB727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573624" y="1176848"/>
              <a:ext cx="7860376" cy="5104800"/>
            </a:xfrm>
            <a:prstGeom prst="rect">
              <a:avLst/>
            </a:prstGeom>
          </p:spPr>
        </p:pic>
        <p:pic>
          <p:nvPicPr>
            <p:cNvPr id="29" name="Graphic 28">
              <a:extLst>
                <a:ext uri="{FF2B5EF4-FFF2-40B4-BE49-F238E27FC236}">
                  <a16:creationId xmlns:a16="http://schemas.microsoft.com/office/drawing/2014/main" id="{87978569-1408-4DF9-94FD-B1031EE04169}"/>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81648" y="1906435"/>
              <a:ext cx="136800" cy="136800"/>
            </a:xfrm>
            <a:prstGeom prst="rect">
              <a:avLst/>
            </a:prstGeom>
          </p:spPr>
        </p:pic>
      </p:grpSp>
      <p:sp>
        <p:nvSpPr>
          <p:cNvPr id="2" name="Title 1">
            <a:extLst>
              <a:ext uri="{FF2B5EF4-FFF2-40B4-BE49-F238E27FC236}">
                <a16:creationId xmlns:a16="http://schemas.microsoft.com/office/drawing/2014/main" id="{B3D49335-FB53-4B04-8BF8-2FE27DFB8D20}"/>
              </a:ext>
            </a:extLst>
          </p:cNvPr>
          <p:cNvSpPr>
            <a:spLocks noGrp="1"/>
          </p:cNvSpPr>
          <p:nvPr>
            <p:ph type="title" hasCustomPrompt="1"/>
          </p:nvPr>
        </p:nvSpPr>
        <p:spPr>
          <a:xfrm>
            <a:off x="884774" y="883689"/>
            <a:ext cx="4248443" cy="1325563"/>
          </a:xfrm>
        </p:spPr>
        <p:txBody>
          <a:bodyPr>
            <a:normAutofit/>
          </a:bodyPr>
          <a:lstStyle>
            <a:lvl1pPr>
              <a:defRPr sz="6000" b="1" baseline="0">
                <a:solidFill>
                  <a:schemeClr val="bg1"/>
                </a:solidFill>
                <a:effectLst/>
              </a:defRPr>
            </a:lvl1pPr>
          </a:lstStyle>
          <a:p>
            <a:r>
              <a:rPr lang="en-US" noProof="0" dirty="0"/>
              <a:t>1st Month</a:t>
            </a:r>
          </a:p>
        </p:txBody>
      </p:sp>
      <p:sp>
        <p:nvSpPr>
          <p:cNvPr id="4" name="Date Placeholder 3">
            <a:extLst>
              <a:ext uri="{FF2B5EF4-FFF2-40B4-BE49-F238E27FC236}">
                <a16:creationId xmlns:a16="http://schemas.microsoft.com/office/drawing/2014/main" id="{B65F8C2A-F45C-473D-9CE0-978D42D82C9B}"/>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1AE79C76-63EB-410C-B7D1-E9EDFD942730}" type="datetimeFigureOut">
              <a:rPr lang="en-US" smtClean="0"/>
              <a:pPr/>
              <a:t>9/27/25</a:t>
            </a:fld>
            <a:endParaRPr lang="en-US" dirty="0"/>
          </a:p>
        </p:txBody>
      </p:sp>
      <p:sp>
        <p:nvSpPr>
          <p:cNvPr id="5" name="Footer Placeholder 4">
            <a:extLst>
              <a:ext uri="{FF2B5EF4-FFF2-40B4-BE49-F238E27FC236}">
                <a16:creationId xmlns:a16="http://schemas.microsoft.com/office/drawing/2014/main" id="{6AF747BF-36C8-4A84-8AF0-983490308640}"/>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537CB2CA-DF28-49BB-B957-F0C11C0AFF28}"/>
              </a:ext>
            </a:extLst>
          </p:cNvPr>
          <p:cNvSpPr>
            <a:spLocks noGrp="1"/>
          </p:cNvSpPr>
          <p:nvPr>
            <p:ph type="sldNum" sz="quarter" idx="12"/>
          </p:nvPr>
        </p:nvSpPr>
        <p:spPr>
          <a:xfrm>
            <a:off x="8610600" y="6356350"/>
            <a:ext cx="2743200" cy="365125"/>
          </a:xfrm>
        </p:spPr>
        <p:txBody>
          <a:bodyPr/>
          <a:lstStyle>
            <a:lvl1pPr>
              <a:defRPr>
                <a:solidFill>
                  <a:schemeClr val="bg1"/>
                </a:solidFill>
              </a:defRPr>
            </a:lvl1pPr>
          </a:lstStyle>
          <a:p>
            <a:fld id="{CB7A94A6-63DE-4BAC-88F6-7A5821A40BD2}" type="slidenum">
              <a:rPr lang="en-US" smtClean="0"/>
              <a:pPr/>
              <a:t>‹#›</a:t>
            </a:fld>
            <a:endParaRPr lang="en-US" dirty="0"/>
          </a:p>
        </p:txBody>
      </p:sp>
      <p:sp>
        <p:nvSpPr>
          <p:cNvPr id="10" name="Text Placeholder 9">
            <a:extLst>
              <a:ext uri="{FF2B5EF4-FFF2-40B4-BE49-F238E27FC236}">
                <a16:creationId xmlns:a16="http://schemas.microsoft.com/office/drawing/2014/main" id="{F5F892EC-164D-4E6E-BDF5-551ED57E090C}"/>
              </a:ext>
            </a:extLst>
          </p:cNvPr>
          <p:cNvSpPr>
            <a:spLocks noGrp="1"/>
          </p:cNvSpPr>
          <p:nvPr>
            <p:ph type="body" sz="quarter" idx="13" hasCustomPrompt="1"/>
          </p:nvPr>
        </p:nvSpPr>
        <p:spPr>
          <a:xfrm>
            <a:off x="1002022" y="1993552"/>
            <a:ext cx="4248150" cy="532740"/>
          </a:xfrm>
        </p:spPr>
        <p:txBody>
          <a:bodyPr>
            <a:normAutofit/>
          </a:bodyPr>
          <a:lstStyle>
            <a:lvl1pPr marL="0" indent="0">
              <a:lnSpc>
                <a:spcPct val="100000"/>
              </a:lnSpc>
              <a:spcBef>
                <a:spcPts val="0"/>
              </a:spcBef>
              <a:buNone/>
              <a:defRPr sz="2500" spc="50" baseline="0">
                <a:solidFill>
                  <a:schemeClr val="bg1"/>
                </a:solidFill>
                <a:effectLst/>
              </a:defRPr>
            </a:lvl1pPr>
          </a:lstStyle>
          <a:p>
            <a:pPr lvl="0"/>
            <a:r>
              <a:rPr lang="en-US" noProof="0"/>
              <a:t>Lorem Ipsum Dolor Sit</a:t>
            </a:r>
          </a:p>
        </p:txBody>
      </p:sp>
    </p:spTree>
    <p:extLst>
      <p:ext uri="{BB962C8B-B14F-4D97-AF65-F5344CB8AC3E}">
        <p14:creationId xmlns:p14="http://schemas.microsoft.com/office/powerpoint/2010/main" val="4166809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0">
              <a:schemeClr val="accent6"/>
            </a:gs>
            <a:gs pos="100000">
              <a:schemeClr val="accent5">
                <a:lumMod val="75000"/>
              </a:schemeClr>
            </a:gs>
          </a:gsLst>
          <a:lin ang="2700000" scaled="1"/>
        </a:gra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4F10EC8-0906-44EA-A5EA-B8787695D0D8}"/>
              </a:ext>
            </a:extLst>
          </p:cNvPr>
          <p:cNvGrpSpPr/>
          <p:nvPr userDrawn="1"/>
        </p:nvGrpSpPr>
        <p:grpSpPr>
          <a:xfrm>
            <a:off x="436585" y="414370"/>
            <a:ext cx="11401053" cy="6012000"/>
            <a:chOff x="436585" y="414370"/>
            <a:chExt cx="11401053" cy="6012000"/>
          </a:xfrm>
        </p:grpSpPr>
        <p:pic>
          <p:nvPicPr>
            <p:cNvPr id="10" name="Graphic 9">
              <a:extLst>
                <a:ext uri="{FF2B5EF4-FFF2-40B4-BE49-F238E27FC236}">
                  <a16:creationId xmlns:a16="http://schemas.microsoft.com/office/drawing/2014/main" id="{D9FB202C-4F0A-4802-91A6-836B880D087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0639" y="446753"/>
              <a:ext cx="10925440" cy="5716800"/>
            </a:xfrm>
            <a:prstGeom prst="rect">
              <a:avLst/>
            </a:prstGeom>
          </p:spPr>
        </p:pic>
        <p:pic>
          <p:nvPicPr>
            <p:cNvPr id="11" name="Graphic 10">
              <a:extLst>
                <a:ext uri="{FF2B5EF4-FFF2-40B4-BE49-F238E27FC236}">
                  <a16:creationId xmlns:a16="http://schemas.microsoft.com/office/drawing/2014/main" id="{D8D18849-E67D-4D03-9AF3-A2951C4B61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1102" y="414370"/>
              <a:ext cx="10930909" cy="6012000"/>
            </a:xfrm>
            <a:prstGeom prst="rect">
              <a:avLst/>
            </a:prstGeom>
          </p:spPr>
        </p:pic>
        <p:pic>
          <p:nvPicPr>
            <p:cNvPr id="12" name="Graphic 11">
              <a:extLst>
                <a:ext uri="{FF2B5EF4-FFF2-40B4-BE49-F238E27FC236}">
                  <a16:creationId xmlns:a16="http://schemas.microsoft.com/office/drawing/2014/main" id="{08131578-5187-4E8C-9434-F33E01715A0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36585" y="666311"/>
              <a:ext cx="11401053" cy="4982400"/>
            </a:xfrm>
            <a:prstGeom prst="rect">
              <a:avLst/>
            </a:prstGeom>
          </p:spPr>
        </p:pic>
        <p:pic>
          <p:nvPicPr>
            <p:cNvPr id="13" name="Graphic 12">
              <a:extLst>
                <a:ext uri="{FF2B5EF4-FFF2-40B4-BE49-F238E27FC236}">
                  <a16:creationId xmlns:a16="http://schemas.microsoft.com/office/drawing/2014/main" id="{C2CBAC89-31BC-4AF6-A213-BA40EC21E60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72966" y="1690877"/>
              <a:ext cx="9664280" cy="4597200"/>
            </a:xfrm>
            <a:prstGeom prst="rect">
              <a:avLst/>
            </a:prstGeom>
          </p:spPr>
        </p:pic>
        <p:pic>
          <p:nvPicPr>
            <p:cNvPr id="14" name="Graphic 13">
              <a:extLst>
                <a:ext uri="{FF2B5EF4-FFF2-40B4-BE49-F238E27FC236}">
                  <a16:creationId xmlns:a16="http://schemas.microsoft.com/office/drawing/2014/main" id="{ABBDFB7C-54AC-43A0-974B-FB0F4640C240}"/>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957088" y="729380"/>
              <a:ext cx="9703346" cy="5428800"/>
            </a:xfrm>
            <a:prstGeom prst="rect">
              <a:avLst/>
            </a:prstGeom>
          </p:spPr>
        </p:pic>
        <p:pic>
          <p:nvPicPr>
            <p:cNvPr id="15" name="Graphic 14">
              <a:extLst>
                <a:ext uri="{FF2B5EF4-FFF2-40B4-BE49-F238E27FC236}">
                  <a16:creationId xmlns:a16="http://schemas.microsoft.com/office/drawing/2014/main" id="{34CA781E-7722-4B46-B9C1-9BCF59953549}"/>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00966" y="4478101"/>
              <a:ext cx="144000" cy="144000"/>
            </a:xfrm>
            <a:prstGeom prst="rect">
              <a:avLst/>
            </a:prstGeom>
          </p:spPr>
        </p:pic>
      </p:grpSp>
      <p:sp>
        <p:nvSpPr>
          <p:cNvPr id="2" name="Title 1">
            <a:extLst>
              <a:ext uri="{FF2B5EF4-FFF2-40B4-BE49-F238E27FC236}">
                <a16:creationId xmlns:a16="http://schemas.microsoft.com/office/drawing/2014/main" id="{2140A1F2-275F-419C-AAEA-D3A7C8798755}"/>
              </a:ext>
            </a:extLst>
          </p:cNvPr>
          <p:cNvSpPr>
            <a:spLocks noGrp="1"/>
          </p:cNvSpPr>
          <p:nvPr>
            <p:ph type="title" hasCustomPrompt="1"/>
          </p:nvPr>
        </p:nvSpPr>
        <p:spPr>
          <a:xfrm>
            <a:off x="7301133" y="1048557"/>
            <a:ext cx="4341739" cy="2852737"/>
          </a:xfrm>
          <a:effectLst/>
        </p:spPr>
        <p:txBody>
          <a:bodyPr anchor="b">
            <a:normAutofit/>
          </a:bodyPr>
          <a:lstStyle>
            <a:lvl1pPr>
              <a:defRPr sz="6000" b="1">
                <a:solidFill>
                  <a:schemeClr val="bg1"/>
                </a:solidFill>
                <a:effectLst/>
              </a:defRPr>
            </a:lvl1pPr>
          </a:lstStyle>
          <a:p>
            <a:r>
              <a:rPr lang="en-US" dirty="0"/>
              <a:t>2nd</a:t>
            </a:r>
            <a:br>
              <a:rPr lang="en-US" dirty="0"/>
            </a:br>
            <a:r>
              <a:rPr lang="en-US" dirty="0"/>
              <a:t>Month</a:t>
            </a:r>
          </a:p>
        </p:txBody>
      </p:sp>
      <p:sp>
        <p:nvSpPr>
          <p:cNvPr id="3" name="Text Placeholder 2">
            <a:extLst>
              <a:ext uri="{FF2B5EF4-FFF2-40B4-BE49-F238E27FC236}">
                <a16:creationId xmlns:a16="http://schemas.microsoft.com/office/drawing/2014/main" id="{3ECBCE06-FC81-4704-B49B-BBDBA7F925CF}"/>
              </a:ext>
            </a:extLst>
          </p:cNvPr>
          <p:cNvSpPr>
            <a:spLocks noGrp="1"/>
          </p:cNvSpPr>
          <p:nvPr>
            <p:ph type="body" idx="1" hasCustomPrompt="1"/>
          </p:nvPr>
        </p:nvSpPr>
        <p:spPr>
          <a:xfrm>
            <a:off x="7301132" y="3938400"/>
            <a:ext cx="4046317" cy="1500187"/>
          </a:xfrm>
          <a:effectLst/>
        </p:spPr>
        <p:txBody>
          <a:bodyPr>
            <a:normAutofit/>
          </a:bodyPr>
          <a:lstStyle>
            <a:lvl1pPr marL="0" indent="0">
              <a:lnSpc>
                <a:spcPct val="114000"/>
              </a:lnSpc>
              <a:spcBef>
                <a:spcPts val="0"/>
              </a:spcBef>
              <a:buNone/>
              <a:defRPr sz="2500">
                <a:solidFill>
                  <a:schemeClr val="bg1"/>
                </a:solidFill>
                <a:effectLs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Lorem Ipsum</a:t>
            </a:r>
            <a:br>
              <a:rPr lang="en-US" dirty="0"/>
            </a:br>
            <a:r>
              <a:rPr lang="en-US" dirty="0"/>
              <a:t>Dolor Sit</a:t>
            </a:r>
          </a:p>
        </p:txBody>
      </p:sp>
      <p:sp>
        <p:nvSpPr>
          <p:cNvPr id="4" name="Date Placeholder 3">
            <a:extLst>
              <a:ext uri="{FF2B5EF4-FFF2-40B4-BE49-F238E27FC236}">
                <a16:creationId xmlns:a16="http://schemas.microsoft.com/office/drawing/2014/main" id="{DE888C11-8129-43C9-A10B-7A893A15EF8E}"/>
              </a:ext>
            </a:extLst>
          </p:cNvPr>
          <p:cNvSpPr>
            <a:spLocks noGrp="1"/>
          </p:cNvSpPr>
          <p:nvPr>
            <p:ph type="dt" sz="half" idx="10"/>
          </p:nvPr>
        </p:nvSpPr>
        <p:spPr>
          <a:effectLst/>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5" name="Footer Placeholder 4">
            <a:extLst>
              <a:ext uri="{FF2B5EF4-FFF2-40B4-BE49-F238E27FC236}">
                <a16:creationId xmlns:a16="http://schemas.microsoft.com/office/drawing/2014/main" id="{90AA60DC-2B00-4764-BE37-0A7B8DB492A3}"/>
              </a:ext>
            </a:extLst>
          </p:cNvPr>
          <p:cNvSpPr>
            <a:spLocks noGrp="1"/>
          </p:cNvSpPr>
          <p:nvPr>
            <p:ph type="ftr" sz="quarter" idx="11"/>
          </p:nvPr>
        </p:nvSpPr>
        <p:spPr>
          <a:effectLst/>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D42D5888-8E88-44C3-89C1-FE20B9D7D866}"/>
              </a:ext>
            </a:extLst>
          </p:cNvPr>
          <p:cNvSpPr>
            <a:spLocks noGrp="1"/>
          </p:cNvSpPr>
          <p:nvPr>
            <p:ph type="sldNum" sz="quarter" idx="12"/>
          </p:nvPr>
        </p:nvSpPr>
        <p:spPr>
          <a:effectLst/>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9" name="Picture Placeholder 11">
            <a:extLst>
              <a:ext uri="{FF2B5EF4-FFF2-40B4-BE49-F238E27FC236}">
                <a16:creationId xmlns:a16="http://schemas.microsoft.com/office/drawing/2014/main" id="{F6C85392-1C1F-497E-91D7-A98D835DBC98}"/>
              </a:ext>
            </a:extLst>
          </p:cNvPr>
          <p:cNvSpPr>
            <a:spLocks noGrp="1"/>
          </p:cNvSpPr>
          <p:nvPr>
            <p:ph type="pic" sz="quarter" idx="14"/>
          </p:nvPr>
        </p:nvSpPr>
        <p:spPr>
          <a:xfrm>
            <a:off x="682991" y="859092"/>
            <a:ext cx="6125770" cy="5139815"/>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dirty="0"/>
              <a:t>Click icon to add picture</a:t>
            </a:r>
          </a:p>
        </p:txBody>
      </p:sp>
    </p:spTree>
    <p:extLst>
      <p:ext uri="{BB962C8B-B14F-4D97-AF65-F5344CB8AC3E}">
        <p14:creationId xmlns:p14="http://schemas.microsoft.com/office/powerpoint/2010/main" val="2516635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gradFill>
          <a:gsLst>
            <a:gs pos="5000">
              <a:schemeClr val="accent5">
                <a:lumMod val="50000"/>
              </a:schemeClr>
            </a:gs>
            <a:gs pos="100000">
              <a:schemeClr val="accent6"/>
            </a:gs>
          </a:gsLst>
          <a:lin ang="27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9586EFB-15E8-4419-8B41-468E9A15E718}"/>
              </a:ext>
            </a:extLst>
          </p:cNvPr>
          <p:cNvGrpSpPr/>
          <p:nvPr userDrawn="1"/>
        </p:nvGrpSpPr>
        <p:grpSpPr>
          <a:xfrm flipH="1">
            <a:off x="313230" y="441553"/>
            <a:ext cx="11565539" cy="6097359"/>
            <a:chOff x="266438" y="262590"/>
            <a:chExt cx="11565539" cy="6097359"/>
          </a:xfrm>
        </p:grpSpPr>
        <p:pic>
          <p:nvPicPr>
            <p:cNvPr id="16" name="Graphic 15">
              <a:extLst>
                <a:ext uri="{FF2B5EF4-FFF2-40B4-BE49-F238E27FC236}">
                  <a16:creationId xmlns:a16="http://schemas.microsoft.com/office/drawing/2014/main" id="{4082142F-6A78-4253-BC8B-AFCD1BADF1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5915" y="276039"/>
              <a:ext cx="11440170" cy="5878800"/>
            </a:xfrm>
            <a:prstGeom prst="rect">
              <a:avLst/>
            </a:prstGeom>
          </p:spPr>
        </p:pic>
        <p:pic>
          <p:nvPicPr>
            <p:cNvPr id="17" name="Graphic 16">
              <a:extLst>
                <a:ext uri="{FF2B5EF4-FFF2-40B4-BE49-F238E27FC236}">
                  <a16:creationId xmlns:a16="http://schemas.microsoft.com/office/drawing/2014/main" id="{E16A53B8-920D-4B64-B3EF-7470A7C7A05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75700" y="322749"/>
              <a:ext cx="11044899" cy="6037200"/>
            </a:xfrm>
            <a:prstGeom prst="rect">
              <a:avLst/>
            </a:prstGeom>
          </p:spPr>
        </p:pic>
        <p:pic>
          <p:nvPicPr>
            <p:cNvPr id="18" name="Graphic 17">
              <a:extLst>
                <a:ext uri="{FF2B5EF4-FFF2-40B4-BE49-F238E27FC236}">
                  <a16:creationId xmlns:a16="http://schemas.microsoft.com/office/drawing/2014/main" id="{5913BD7D-DD14-4153-A0B9-4E415E669A0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66438" y="297496"/>
              <a:ext cx="11549647" cy="5400000"/>
            </a:xfrm>
            <a:prstGeom prst="rect">
              <a:avLst/>
            </a:prstGeom>
          </p:spPr>
        </p:pic>
        <p:pic>
          <p:nvPicPr>
            <p:cNvPr id="19" name="Graphic 18">
              <a:extLst>
                <a:ext uri="{FF2B5EF4-FFF2-40B4-BE49-F238E27FC236}">
                  <a16:creationId xmlns:a16="http://schemas.microsoft.com/office/drawing/2014/main" id="{13B10F7C-FF26-4A19-ABB3-E596CBB9C72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026951" y="262590"/>
              <a:ext cx="5167291" cy="669600"/>
            </a:xfrm>
            <a:prstGeom prst="rect">
              <a:avLst/>
            </a:prstGeom>
          </p:spPr>
        </p:pic>
        <p:pic>
          <p:nvPicPr>
            <p:cNvPr id="20" name="Graphic 19">
              <a:extLst>
                <a:ext uri="{FF2B5EF4-FFF2-40B4-BE49-F238E27FC236}">
                  <a16:creationId xmlns:a16="http://schemas.microsoft.com/office/drawing/2014/main" id="{6AF61496-CE23-4745-AE24-8B6C1506EB5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66175" y="1695668"/>
              <a:ext cx="11065802" cy="4586400"/>
            </a:xfrm>
            <a:prstGeom prst="rect">
              <a:avLst/>
            </a:prstGeom>
          </p:spPr>
        </p:pic>
        <p:pic>
          <p:nvPicPr>
            <p:cNvPr id="21" name="Graphic 20">
              <a:extLst>
                <a:ext uri="{FF2B5EF4-FFF2-40B4-BE49-F238E27FC236}">
                  <a16:creationId xmlns:a16="http://schemas.microsoft.com/office/drawing/2014/main" id="{CD1E5149-37C5-413F-A4FA-660F6BFBF0E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584614" y="4473890"/>
              <a:ext cx="144000" cy="144000"/>
            </a:xfrm>
            <a:prstGeom prst="rect">
              <a:avLst/>
            </a:prstGeom>
          </p:spPr>
        </p:pic>
      </p:grpSp>
      <p:sp>
        <p:nvSpPr>
          <p:cNvPr id="5" name="Date Placeholder 4">
            <a:extLst>
              <a:ext uri="{FF2B5EF4-FFF2-40B4-BE49-F238E27FC236}">
                <a16:creationId xmlns:a16="http://schemas.microsoft.com/office/drawing/2014/main" id="{E16328A7-8FDA-49C5-BF71-0E7CC7376266}"/>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6" name="Footer Placeholder 5">
            <a:extLst>
              <a:ext uri="{FF2B5EF4-FFF2-40B4-BE49-F238E27FC236}">
                <a16:creationId xmlns:a16="http://schemas.microsoft.com/office/drawing/2014/main" id="{8F870BDD-35F6-4BF6-B50B-492EACB9DF92}"/>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7" name="Slide Number Placeholder 6">
            <a:extLst>
              <a:ext uri="{FF2B5EF4-FFF2-40B4-BE49-F238E27FC236}">
                <a16:creationId xmlns:a16="http://schemas.microsoft.com/office/drawing/2014/main" id="{66A57B81-CC28-4166-AD5A-12607EEDA423}"/>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8" name="Picture Placeholder 11">
            <a:extLst>
              <a:ext uri="{FF2B5EF4-FFF2-40B4-BE49-F238E27FC236}">
                <a16:creationId xmlns:a16="http://schemas.microsoft.com/office/drawing/2014/main" id="{4249ED2E-953A-4746-B174-A4337B9B2FE0}"/>
              </a:ext>
            </a:extLst>
          </p:cNvPr>
          <p:cNvSpPr>
            <a:spLocks noGrp="1"/>
          </p:cNvSpPr>
          <p:nvPr>
            <p:ph type="pic" sz="quarter" idx="14"/>
          </p:nvPr>
        </p:nvSpPr>
        <p:spPr>
          <a:xfrm>
            <a:off x="687001" y="859093"/>
            <a:ext cx="5121856" cy="3854391"/>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11" name="Picture Placeholder 11">
            <a:extLst>
              <a:ext uri="{FF2B5EF4-FFF2-40B4-BE49-F238E27FC236}">
                <a16:creationId xmlns:a16="http://schemas.microsoft.com/office/drawing/2014/main" id="{4E1606A6-3EDD-418C-8294-C63A91D25566}"/>
              </a:ext>
            </a:extLst>
          </p:cNvPr>
          <p:cNvSpPr>
            <a:spLocks noGrp="1"/>
          </p:cNvSpPr>
          <p:nvPr>
            <p:ph type="pic" sz="quarter" idx="15"/>
          </p:nvPr>
        </p:nvSpPr>
        <p:spPr>
          <a:xfrm>
            <a:off x="6382220" y="859093"/>
            <a:ext cx="5121856" cy="3854391"/>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24" name="Title 12">
            <a:extLst>
              <a:ext uri="{FF2B5EF4-FFF2-40B4-BE49-F238E27FC236}">
                <a16:creationId xmlns:a16="http://schemas.microsoft.com/office/drawing/2014/main" id="{CFC2496D-417A-3C42-85B8-E3980EB3376B}"/>
              </a:ext>
            </a:extLst>
          </p:cNvPr>
          <p:cNvSpPr>
            <a:spLocks noGrp="1"/>
          </p:cNvSpPr>
          <p:nvPr>
            <p:ph type="title" hasCustomPrompt="1"/>
          </p:nvPr>
        </p:nvSpPr>
        <p:spPr>
          <a:xfrm>
            <a:off x="542229" y="4818614"/>
            <a:ext cx="4214622" cy="1015413"/>
          </a:xfrm>
        </p:spPr>
        <p:txBody>
          <a:bodyPr>
            <a:normAutofit/>
          </a:bodyPr>
          <a:lstStyle>
            <a:lvl1pPr>
              <a:lnSpc>
                <a:spcPct val="100000"/>
              </a:lnSpc>
              <a:defRPr sz="6000" baseline="0">
                <a:solidFill>
                  <a:schemeClr val="bg1"/>
                </a:solidFill>
                <a:effectLst/>
              </a:defRPr>
            </a:lvl1pPr>
          </a:lstStyle>
          <a:p>
            <a:r>
              <a:rPr lang="en-US"/>
              <a:t>3rd Month</a:t>
            </a:r>
          </a:p>
        </p:txBody>
      </p:sp>
      <p:sp>
        <p:nvSpPr>
          <p:cNvPr id="25" name="Text Placeholder 14">
            <a:extLst>
              <a:ext uri="{FF2B5EF4-FFF2-40B4-BE49-F238E27FC236}">
                <a16:creationId xmlns:a16="http://schemas.microsoft.com/office/drawing/2014/main" id="{97F59A2F-DDE0-2E41-A0DC-D8F2576DD1A2}"/>
              </a:ext>
            </a:extLst>
          </p:cNvPr>
          <p:cNvSpPr>
            <a:spLocks noGrp="1"/>
          </p:cNvSpPr>
          <p:nvPr>
            <p:ph type="body" sz="quarter" idx="17" hasCustomPrompt="1"/>
          </p:nvPr>
        </p:nvSpPr>
        <p:spPr>
          <a:xfrm>
            <a:off x="537715" y="5756005"/>
            <a:ext cx="3639161" cy="581955"/>
          </a:xfrm>
        </p:spPr>
        <p:txBody>
          <a:bodyPr anchor="ctr">
            <a:noAutofit/>
          </a:bodyPr>
          <a:lstStyle>
            <a:lvl1pPr marL="0" indent="0">
              <a:lnSpc>
                <a:spcPct val="114000"/>
              </a:lnSpc>
              <a:spcBef>
                <a:spcPts val="0"/>
              </a:spcBef>
              <a:buNone/>
              <a:defRPr sz="2500" spc="50" baseline="0">
                <a:solidFill>
                  <a:schemeClr val="bg1"/>
                </a:solidFill>
                <a:effectLst/>
              </a:defRPr>
            </a:lvl1pPr>
          </a:lstStyle>
          <a:p>
            <a:pPr lvl="0"/>
            <a:r>
              <a:rPr lang="en-US"/>
              <a:t>Lorem Ipsum Dolor Sit</a:t>
            </a:r>
          </a:p>
        </p:txBody>
      </p:sp>
    </p:spTree>
    <p:extLst>
      <p:ext uri="{BB962C8B-B14F-4D97-AF65-F5344CB8AC3E}">
        <p14:creationId xmlns:p14="http://schemas.microsoft.com/office/powerpoint/2010/main" val="1912624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p:bgPr>
        <a:gradFill>
          <a:gsLst>
            <a:gs pos="14000">
              <a:schemeClr val="accent3"/>
            </a:gs>
            <a:gs pos="100000">
              <a:schemeClr val="accent5"/>
            </a:gs>
          </a:gsLst>
          <a:lin ang="2700000" scaled="1"/>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1991E43F-4BBA-4DE7-9FCA-FCC8C282F73F}"/>
              </a:ext>
            </a:extLst>
          </p:cNvPr>
          <p:cNvGrpSpPr/>
          <p:nvPr userDrawn="1"/>
        </p:nvGrpSpPr>
        <p:grpSpPr>
          <a:xfrm>
            <a:off x="508475" y="328912"/>
            <a:ext cx="11389981" cy="6210000"/>
            <a:chOff x="508475" y="328912"/>
            <a:chExt cx="11389981" cy="6210000"/>
          </a:xfrm>
        </p:grpSpPr>
        <p:pic>
          <p:nvPicPr>
            <p:cNvPr id="18" name="Graphic 17">
              <a:extLst>
                <a:ext uri="{FF2B5EF4-FFF2-40B4-BE49-F238E27FC236}">
                  <a16:creationId xmlns:a16="http://schemas.microsoft.com/office/drawing/2014/main" id="{115739FC-BCFE-4479-8296-4A3FA85B5CA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4543" y="328912"/>
              <a:ext cx="11010368" cy="6210000"/>
            </a:xfrm>
            <a:prstGeom prst="rect">
              <a:avLst/>
            </a:prstGeom>
          </p:spPr>
        </p:pic>
        <p:pic>
          <p:nvPicPr>
            <p:cNvPr id="19" name="Graphic 18">
              <a:extLst>
                <a:ext uri="{FF2B5EF4-FFF2-40B4-BE49-F238E27FC236}">
                  <a16:creationId xmlns:a16="http://schemas.microsoft.com/office/drawing/2014/main" id="{694A1DD0-0E35-45A7-A53E-5C17DD93132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31159" y="421200"/>
              <a:ext cx="7741595" cy="6015600"/>
            </a:xfrm>
            <a:prstGeom prst="rect">
              <a:avLst/>
            </a:prstGeom>
          </p:spPr>
        </p:pic>
        <p:pic>
          <p:nvPicPr>
            <p:cNvPr id="20" name="Graphic 19">
              <a:extLst>
                <a:ext uri="{FF2B5EF4-FFF2-40B4-BE49-F238E27FC236}">
                  <a16:creationId xmlns:a16="http://schemas.microsoft.com/office/drawing/2014/main" id="{CE138487-A8C6-4B36-8F9E-A932A44A079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80475" y="585398"/>
              <a:ext cx="3571200" cy="1626739"/>
            </a:xfrm>
            <a:prstGeom prst="rect">
              <a:avLst/>
            </a:prstGeom>
          </p:spPr>
        </p:pic>
        <p:pic>
          <p:nvPicPr>
            <p:cNvPr id="21" name="Graphic 20">
              <a:extLst>
                <a:ext uri="{FF2B5EF4-FFF2-40B4-BE49-F238E27FC236}">
                  <a16:creationId xmlns:a16="http://schemas.microsoft.com/office/drawing/2014/main" id="{573F69D5-63FF-4468-95F8-6A61E73471E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53683" y="511532"/>
              <a:ext cx="7369681" cy="5806800"/>
            </a:xfrm>
            <a:prstGeom prst="rect">
              <a:avLst/>
            </a:prstGeom>
          </p:spPr>
        </p:pic>
        <p:pic>
          <p:nvPicPr>
            <p:cNvPr id="22" name="Graphic 21">
              <a:extLst>
                <a:ext uri="{FF2B5EF4-FFF2-40B4-BE49-F238E27FC236}">
                  <a16:creationId xmlns:a16="http://schemas.microsoft.com/office/drawing/2014/main" id="{D635BB9B-2AB5-470B-8F8C-D7CA0800AA4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949750" y="490912"/>
              <a:ext cx="9948706" cy="6048000"/>
            </a:xfrm>
            <a:prstGeom prst="rect">
              <a:avLst/>
            </a:prstGeom>
          </p:spPr>
        </p:pic>
        <p:pic>
          <p:nvPicPr>
            <p:cNvPr id="23" name="Graphic 22">
              <a:extLst>
                <a:ext uri="{FF2B5EF4-FFF2-40B4-BE49-F238E27FC236}">
                  <a16:creationId xmlns:a16="http://schemas.microsoft.com/office/drawing/2014/main" id="{2019D6A7-CFD3-4824-9DDC-02AA5455F3E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08475" y="2241798"/>
              <a:ext cx="144000" cy="144000"/>
            </a:xfrm>
            <a:prstGeom prst="rect">
              <a:avLst/>
            </a:prstGeom>
          </p:spPr>
        </p:pic>
      </p:grpSp>
      <p:sp>
        <p:nvSpPr>
          <p:cNvPr id="2" name="Title 1">
            <a:extLst>
              <a:ext uri="{FF2B5EF4-FFF2-40B4-BE49-F238E27FC236}">
                <a16:creationId xmlns:a16="http://schemas.microsoft.com/office/drawing/2014/main" id="{7C9236FC-5672-49DF-9990-33C106841246}"/>
              </a:ext>
            </a:extLst>
          </p:cNvPr>
          <p:cNvSpPr>
            <a:spLocks noGrp="1"/>
          </p:cNvSpPr>
          <p:nvPr>
            <p:ph type="title" hasCustomPrompt="1"/>
          </p:nvPr>
        </p:nvSpPr>
        <p:spPr>
          <a:xfrm>
            <a:off x="134815" y="2419008"/>
            <a:ext cx="3201988" cy="1325563"/>
          </a:xfrm>
        </p:spPr>
        <p:txBody>
          <a:bodyPr/>
          <a:lstStyle>
            <a:lvl1pPr algn="r">
              <a:defRPr baseline="0">
                <a:solidFill>
                  <a:schemeClr val="bg1"/>
                </a:solidFill>
                <a:effectLst/>
              </a:defRPr>
            </a:lvl1pPr>
          </a:lstStyle>
          <a:p>
            <a:r>
              <a:rPr lang="en-US" noProof="0"/>
              <a:t>4th</a:t>
            </a:r>
            <a:br>
              <a:rPr lang="en-US" noProof="0"/>
            </a:br>
            <a:r>
              <a:rPr lang="en-US" noProof="0"/>
              <a:t>Month </a:t>
            </a:r>
          </a:p>
        </p:txBody>
      </p:sp>
      <p:sp>
        <p:nvSpPr>
          <p:cNvPr id="7" name="Date Placeholder 6">
            <a:extLst>
              <a:ext uri="{FF2B5EF4-FFF2-40B4-BE49-F238E27FC236}">
                <a16:creationId xmlns:a16="http://schemas.microsoft.com/office/drawing/2014/main" id="{78963CAB-898D-4C26-8090-EB4AE1BA6F22}"/>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8" name="Footer Placeholder 7">
            <a:extLst>
              <a:ext uri="{FF2B5EF4-FFF2-40B4-BE49-F238E27FC236}">
                <a16:creationId xmlns:a16="http://schemas.microsoft.com/office/drawing/2014/main" id="{7789D4D4-9C5D-4FA2-927F-1A6061C08A97}"/>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9" name="Slide Number Placeholder 8">
            <a:extLst>
              <a:ext uri="{FF2B5EF4-FFF2-40B4-BE49-F238E27FC236}">
                <a16:creationId xmlns:a16="http://schemas.microsoft.com/office/drawing/2014/main" id="{6205591D-33AD-4129-93EC-DC96E795456E}"/>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0" name="Text Placeholder 14">
            <a:extLst>
              <a:ext uri="{FF2B5EF4-FFF2-40B4-BE49-F238E27FC236}">
                <a16:creationId xmlns:a16="http://schemas.microsoft.com/office/drawing/2014/main" id="{2FF1837B-E107-41D7-A4FD-D1107352E233}"/>
              </a:ext>
            </a:extLst>
          </p:cNvPr>
          <p:cNvSpPr>
            <a:spLocks noGrp="1"/>
          </p:cNvSpPr>
          <p:nvPr>
            <p:ph type="body" sz="quarter" idx="16" hasCustomPrompt="1"/>
          </p:nvPr>
        </p:nvSpPr>
        <p:spPr>
          <a:xfrm>
            <a:off x="587090" y="3883725"/>
            <a:ext cx="2749714" cy="1049684"/>
          </a:xfrm>
        </p:spPr>
        <p:txBody>
          <a:bodyPr>
            <a:noAutofit/>
          </a:bodyPr>
          <a:lstStyle>
            <a:lvl1pPr marL="0" indent="0" algn="r">
              <a:lnSpc>
                <a:spcPct val="114000"/>
              </a:lnSpc>
              <a:spcBef>
                <a:spcPts val="0"/>
              </a:spcBef>
              <a:buNone/>
              <a:defRPr sz="2500" spc="50" baseline="0">
                <a:solidFill>
                  <a:schemeClr val="bg1"/>
                </a:solidFill>
                <a:effectLst/>
              </a:defRPr>
            </a:lvl1pPr>
          </a:lstStyle>
          <a:p>
            <a:pPr lvl="0"/>
            <a:r>
              <a:rPr lang="en-US" noProof="0"/>
              <a:t>Lorem Ipsum Dolor Sit</a:t>
            </a:r>
          </a:p>
        </p:txBody>
      </p:sp>
      <p:sp>
        <p:nvSpPr>
          <p:cNvPr id="29" name="Picture Placeholder 16">
            <a:extLst>
              <a:ext uri="{FF2B5EF4-FFF2-40B4-BE49-F238E27FC236}">
                <a16:creationId xmlns:a16="http://schemas.microsoft.com/office/drawing/2014/main" id="{D2E32D74-69FB-B14B-A3FD-2E1D8BCC2618}"/>
              </a:ext>
            </a:extLst>
          </p:cNvPr>
          <p:cNvSpPr>
            <a:spLocks noGrp="1"/>
          </p:cNvSpPr>
          <p:nvPr>
            <p:ph type="pic" sz="quarter" idx="15"/>
          </p:nvPr>
        </p:nvSpPr>
        <p:spPr>
          <a:xfrm>
            <a:off x="6332233" y="824892"/>
            <a:ext cx="5202936" cy="5202936"/>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effectLst/>
              </a:defRPr>
            </a:lvl1pPr>
          </a:lstStyle>
          <a:p>
            <a:r>
              <a:rPr lang="en-US" noProof="0"/>
              <a:t>Click icon to add picture</a:t>
            </a:r>
            <a:endParaRPr lang="en-US" noProof="0" dirty="0"/>
          </a:p>
        </p:txBody>
      </p:sp>
      <p:sp>
        <p:nvSpPr>
          <p:cNvPr id="30" name="Picture Placeholder 16">
            <a:extLst>
              <a:ext uri="{FF2B5EF4-FFF2-40B4-BE49-F238E27FC236}">
                <a16:creationId xmlns:a16="http://schemas.microsoft.com/office/drawing/2014/main" id="{888F3336-3879-2849-8EC3-25A5F7AA2388}"/>
              </a:ext>
            </a:extLst>
          </p:cNvPr>
          <p:cNvSpPr>
            <a:spLocks noGrp="1"/>
          </p:cNvSpPr>
          <p:nvPr>
            <p:ph type="pic" sz="quarter" idx="17"/>
          </p:nvPr>
        </p:nvSpPr>
        <p:spPr>
          <a:xfrm>
            <a:off x="3854025" y="2483467"/>
            <a:ext cx="3182112" cy="3178506"/>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effectLst/>
              </a:defRPr>
            </a:lvl1pPr>
          </a:lstStyle>
          <a:p>
            <a:r>
              <a:rPr lang="en-US" noProof="0"/>
              <a:t>Click icon to add picture</a:t>
            </a:r>
            <a:endParaRPr lang="en-US" noProof="0" dirty="0"/>
          </a:p>
        </p:txBody>
      </p:sp>
    </p:spTree>
    <p:extLst>
      <p:ext uri="{BB962C8B-B14F-4D97-AF65-F5344CB8AC3E}">
        <p14:creationId xmlns:p14="http://schemas.microsoft.com/office/powerpoint/2010/main" val="6827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0">
              <a:schemeClr val="accent2"/>
            </a:gs>
            <a:gs pos="74000">
              <a:schemeClr val="accent6">
                <a:lumMod val="75000"/>
              </a:schemeClr>
            </a:gs>
          </a:gsLst>
          <a:lin ang="2700000" scaled="1"/>
        </a:gra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893175C0-A84C-4276-908B-7750823E494F}"/>
              </a:ext>
            </a:extLst>
          </p:cNvPr>
          <p:cNvGrpSpPr/>
          <p:nvPr userDrawn="1"/>
        </p:nvGrpSpPr>
        <p:grpSpPr>
          <a:xfrm flipV="1">
            <a:off x="334728" y="208663"/>
            <a:ext cx="11506967" cy="6383095"/>
            <a:chOff x="334728" y="208663"/>
            <a:chExt cx="11506967" cy="6383095"/>
          </a:xfrm>
        </p:grpSpPr>
        <p:pic>
          <p:nvPicPr>
            <p:cNvPr id="15" name="Graphic 14">
              <a:extLst>
                <a:ext uri="{FF2B5EF4-FFF2-40B4-BE49-F238E27FC236}">
                  <a16:creationId xmlns:a16="http://schemas.microsoft.com/office/drawing/2014/main" id="{F5311694-819D-41DE-BF3E-C1E581A84F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25842" y="345463"/>
              <a:ext cx="3540062" cy="5684400"/>
            </a:xfrm>
            <a:prstGeom prst="rect">
              <a:avLst/>
            </a:prstGeom>
          </p:spPr>
        </p:pic>
        <p:pic>
          <p:nvPicPr>
            <p:cNvPr id="16" name="Graphic 15">
              <a:extLst>
                <a:ext uri="{FF2B5EF4-FFF2-40B4-BE49-F238E27FC236}">
                  <a16:creationId xmlns:a16="http://schemas.microsoft.com/office/drawing/2014/main" id="{4DCA784C-C4B6-4718-8C3D-DE60B531EEA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14312" y="234158"/>
              <a:ext cx="11395459" cy="6357600"/>
            </a:xfrm>
            <a:prstGeom prst="rect">
              <a:avLst/>
            </a:prstGeom>
          </p:spPr>
        </p:pic>
        <p:pic>
          <p:nvPicPr>
            <p:cNvPr id="17" name="Graphic 16">
              <a:extLst>
                <a:ext uri="{FF2B5EF4-FFF2-40B4-BE49-F238E27FC236}">
                  <a16:creationId xmlns:a16="http://schemas.microsoft.com/office/drawing/2014/main" id="{019488E6-1456-4BA3-8791-5137053185E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41592" y="208663"/>
              <a:ext cx="9743680" cy="5958000"/>
            </a:xfrm>
            <a:prstGeom prst="rect">
              <a:avLst/>
            </a:prstGeom>
          </p:spPr>
        </p:pic>
        <p:pic>
          <p:nvPicPr>
            <p:cNvPr id="18" name="Graphic 17">
              <a:extLst>
                <a:ext uri="{FF2B5EF4-FFF2-40B4-BE49-F238E27FC236}">
                  <a16:creationId xmlns:a16="http://schemas.microsoft.com/office/drawing/2014/main" id="{60FBDD34-9852-4770-BF5C-23F7E3D1F8A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84227" y="1672660"/>
              <a:ext cx="11087713" cy="4770000"/>
            </a:xfrm>
            <a:prstGeom prst="rect">
              <a:avLst/>
            </a:prstGeom>
          </p:spPr>
        </p:pic>
        <p:pic>
          <p:nvPicPr>
            <p:cNvPr id="19" name="Graphic 18">
              <a:extLst>
                <a:ext uri="{FF2B5EF4-FFF2-40B4-BE49-F238E27FC236}">
                  <a16:creationId xmlns:a16="http://schemas.microsoft.com/office/drawing/2014/main" id="{3222006A-F2BD-4688-94D9-13B105F6943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736338" y="312821"/>
              <a:ext cx="10105357" cy="5522400"/>
            </a:xfrm>
            <a:prstGeom prst="rect">
              <a:avLst/>
            </a:prstGeom>
          </p:spPr>
        </p:pic>
        <p:pic>
          <p:nvPicPr>
            <p:cNvPr id="20" name="Graphic 19">
              <a:extLst>
                <a:ext uri="{FF2B5EF4-FFF2-40B4-BE49-F238E27FC236}">
                  <a16:creationId xmlns:a16="http://schemas.microsoft.com/office/drawing/2014/main" id="{E35A1AB5-1CF6-4A2D-AD28-607F0664938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34728" y="312821"/>
              <a:ext cx="144000" cy="144000"/>
            </a:xfrm>
            <a:prstGeom prst="rect">
              <a:avLst/>
            </a:prstGeom>
          </p:spPr>
        </p:pic>
      </p:grpSp>
      <p:sp>
        <p:nvSpPr>
          <p:cNvPr id="3" name="Date Placeholder 2">
            <a:extLst>
              <a:ext uri="{FF2B5EF4-FFF2-40B4-BE49-F238E27FC236}">
                <a16:creationId xmlns:a16="http://schemas.microsoft.com/office/drawing/2014/main" id="{C51FD9A3-AD51-4FBE-8317-8865982AE461}"/>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4" name="Footer Placeholder 3">
            <a:extLst>
              <a:ext uri="{FF2B5EF4-FFF2-40B4-BE49-F238E27FC236}">
                <a16:creationId xmlns:a16="http://schemas.microsoft.com/office/drawing/2014/main" id="{8BC52F5E-D5D4-4EEA-9757-C45477550819}"/>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5" name="Slide Number Placeholder 4">
            <a:extLst>
              <a:ext uri="{FF2B5EF4-FFF2-40B4-BE49-F238E27FC236}">
                <a16:creationId xmlns:a16="http://schemas.microsoft.com/office/drawing/2014/main" id="{8366EF9D-E154-4CEF-A48E-9B9B1C2F07EB}"/>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23" name="Picture Placeholder 11">
            <a:extLst>
              <a:ext uri="{FF2B5EF4-FFF2-40B4-BE49-F238E27FC236}">
                <a16:creationId xmlns:a16="http://schemas.microsoft.com/office/drawing/2014/main" id="{9E7698F4-C7C5-8941-9C1A-C3F07AC59F83}"/>
              </a:ext>
            </a:extLst>
          </p:cNvPr>
          <p:cNvSpPr>
            <a:spLocks noGrp="1"/>
          </p:cNvSpPr>
          <p:nvPr>
            <p:ph type="pic" sz="quarter" idx="14"/>
          </p:nvPr>
        </p:nvSpPr>
        <p:spPr>
          <a:xfrm>
            <a:off x="682991" y="859093"/>
            <a:ext cx="5097296" cy="3854391"/>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24" name="Picture Placeholder 11">
            <a:extLst>
              <a:ext uri="{FF2B5EF4-FFF2-40B4-BE49-F238E27FC236}">
                <a16:creationId xmlns:a16="http://schemas.microsoft.com/office/drawing/2014/main" id="{59F8F906-97AF-B74A-BFDF-7EEB2B339EB7}"/>
              </a:ext>
            </a:extLst>
          </p:cNvPr>
          <p:cNvSpPr>
            <a:spLocks noGrp="1"/>
          </p:cNvSpPr>
          <p:nvPr>
            <p:ph type="pic" sz="quarter" idx="15"/>
          </p:nvPr>
        </p:nvSpPr>
        <p:spPr>
          <a:xfrm>
            <a:off x="6409944" y="859093"/>
            <a:ext cx="5093208" cy="5165815"/>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28" name="Title 12">
            <a:extLst>
              <a:ext uri="{FF2B5EF4-FFF2-40B4-BE49-F238E27FC236}">
                <a16:creationId xmlns:a16="http://schemas.microsoft.com/office/drawing/2014/main" id="{598F5B0C-28F9-674D-93EC-53F7C2A203BB}"/>
              </a:ext>
            </a:extLst>
          </p:cNvPr>
          <p:cNvSpPr>
            <a:spLocks noGrp="1"/>
          </p:cNvSpPr>
          <p:nvPr>
            <p:ph type="title" hasCustomPrompt="1"/>
          </p:nvPr>
        </p:nvSpPr>
        <p:spPr>
          <a:xfrm>
            <a:off x="542229" y="4818614"/>
            <a:ext cx="4214622" cy="1015413"/>
          </a:xfrm>
        </p:spPr>
        <p:txBody>
          <a:bodyPr>
            <a:normAutofit/>
          </a:bodyPr>
          <a:lstStyle>
            <a:lvl1pPr>
              <a:lnSpc>
                <a:spcPct val="100000"/>
              </a:lnSpc>
              <a:defRPr sz="6000" baseline="0">
                <a:solidFill>
                  <a:schemeClr val="bg1"/>
                </a:solidFill>
                <a:effectLst/>
              </a:defRPr>
            </a:lvl1pPr>
          </a:lstStyle>
          <a:p>
            <a:r>
              <a:rPr lang="en-US"/>
              <a:t>5th Month</a:t>
            </a:r>
          </a:p>
        </p:txBody>
      </p:sp>
      <p:sp>
        <p:nvSpPr>
          <p:cNvPr id="22" name="Text Placeholder 14">
            <a:extLst>
              <a:ext uri="{FF2B5EF4-FFF2-40B4-BE49-F238E27FC236}">
                <a16:creationId xmlns:a16="http://schemas.microsoft.com/office/drawing/2014/main" id="{486CB759-9A58-9648-8BC2-C8F216A8A91B}"/>
              </a:ext>
            </a:extLst>
          </p:cNvPr>
          <p:cNvSpPr>
            <a:spLocks noGrp="1"/>
          </p:cNvSpPr>
          <p:nvPr>
            <p:ph type="body" sz="quarter" idx="17" hasCustomPrompt="1"/>
          </p:nvPr>
        </p:nvSpPr>
        <p:spPr>
          <a:xfrm>
            <a:off x="537715" y="5756005"/>
            <a:ext cx="3639161" cy="581955"/>
          </a:xfrm>
        </p:spPr>
        <p:txBody>
          <a:bodyPr anchor="ctr">
            <a:noAutofit/>
          </a:bodyPr>
          <a:lstStyle>
            <a:lvl1pPr marL="0" indent="0">
              <a:lnSpc>
                <a:spcPct val="114000"/>
              </a:lnSpc>
              <a:spcBef>
                <a:spcPts val="0"/>
              </a:spcBef>
              <a:buNone/>
              <a:defRPr sz="2500" spc="50" baseline="0">
                <a:solidFill>
                  <a:schemeClr val="bg1"/>
                </a:solidFill>
                <a:effectLst/>
              </a:defRPr>
            </a:lvl1pPr>
          </a:lstStyle>
          <a:p>
            <a:pPr lvl="0"/>
            <a:r>
              <a:rPr lang="en-US" dirty="0"/>
              <a:t>Lorem Ipsum Dolor Sit</a:t>
            </a:r>
          </a:p>
        </p:txBody>
      </p:sp>
    </p:spTree>
    <p:extLst>
      <p:ext uri="{BB962C8B-B14F-4D97-AF65-F5344CB8AC3E}">
        <p14:creationId xmlns:p14="http://schemas.microsoft.com/office/powerpoint/2010/main" val="2638976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gradFill>
          <a:gsLst>
            <a:gs pos="10000">
              <a:schemeClr val="accent5">
                <a:lumMod val="50000"/>
              </a:schemeClr>
            </a:gs>
            <a:gs pos="100000">
              <a:schemeClr val="accent5"/>
            </a:gs>
          </a:gsLst>
          <a:lin ang="27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2251EEA-1822-4D83-8B0E-EBB8A85D3B1B}"/>
              </a:ext>
            </a:extLst>
          </p:cNvPr>
          <p:cNvGrpSpPr/>
          <p:nvPr userDrawn="1"/>
        </p:nvGrpSpPr>
        <p:grpSpPr>
          <a:xfrm flipH="1">
            <a:off x="195800" y="262780"/>
            <a:ext cx="11688810" cy="6271032"/>
            <a:chOff x="195800" y="262780"/>
            <a:chExt cx="11688810" cy="6271032"/>
          </a:xfrm>
        </p:grpSpPr>
        <p:pic>
          <p:nvPicPr>
            <p:cNvPr id="16" name="Graphic 15">
              <a:extLst>
                <a:ext uri="{FF2B5EF4-FFF2-40B4-BE49-F238E27FC236}">
                  <a16:creationId xmlns:a16="http://schemas.microsoft.com/office/drawing/2014/main" id="{216C1DC0-9093-4B37-9E1D-241A0EC4CB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3505" y="275454"/>
              <a:ext cx="11143818" cy="6213600"/>
            </a:xfrm>
            <a:prstGeom prst="rect">
              <a:avLst/>
            </a:prstGeom>
          </p:spPr>
        </p:pic>
        <p:pic>
          <p:nvPicPr>
            <p:cNvPr id="17" name="Graphic 16">
              <a:extLst>
                <a:ext uri="{FF2B5EF4-FFF2-40B4-BE49-F238E27FC236}">
                  <a16:creationId xmlns:a16="http://schemas.microsoft.com/office/drawing/2014/main" id="{FDF5BE46-EAF2-4534-9EE8-0DC3371914E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28130" y="275454"/>
              <a:ext cx="11503656" cy="5878800"/>
            </a:xfrm>
            <a:prstGeom prst="rect">
              <a:avLst/>
            </a:prstGeom>
          </p:spPr>
        </p:pic>
        <p:pic>
          <p:nvPicPr>
            <p:cNvPr id="18" name="Graphic 17">
              <a:extLst>
                <a:ext uri="{FF2B5EF4-FFF2-40B4-BE49-F238E27FC236}">
                  <a16:creationId xmlns:a16="http://schemas.microsoft.com/office/drawing/2014/main" id="{6982E5CB-8E3F-4AB8-91EF-257964EA796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95800" y="262780"/>
              <a:ext cx="11619944" cy="5454000"/>
            </a:xfrm>
            <a:prstGeom prst="rect">
              <a:avLst/>
            </a:prstGeom>
          </p:spPr>
        </p:pic>
        <p:pic>
          <p:nvPicPr>
            <p:cNvPr id="19" name="Graphic 18">
              <a:extLst>
                <a:ext uri="{FF2B5EF4-FFF2-40B4-BE49-F238E27FC236}">
                  <a16:creationId xmlns:a16="http://schemas.microsoft.com/office/drawing/2014/main" id="{B732BE1E-17BA-4178-A815-5482FC3FEBE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05852" y="1544212"/>
              <a:ext cx="11020287" cy="4989600"/>
            </a:xfrm>
            <a:prstGeom prst="rect">
              <a:avLst/>
            </a:prstGeom>
          </p:spPr>
        </p:pic>
        <p:pic>
          <p:nvPicPr>
            <p:cNvPr id="20" name="Graphic 19">
              <a:extLst>
                <a:ext uri="{FF2B5EF4-FFF2-40B4-BE49-F238E27FC236}">
                  <a16:creationId xmlns:a16="http://schemas.microsoft.com/office/drawing/2014/main" id="{D53D06E0-87FE-4D02-9099-AB87DE149958}"/>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5994870" y="285764"/>
              <a:ext cx="5167291" cy="669600"/>
            </a:xfrm>
            <a:prstGeom prst="rect">
              <a:avLst/>
            </a:prstGeom>
          </p:spPr>
        </p:pic>
        <p:pic>
          <p:nvPicPr>
            <p:cNvPr id="21" name="Graphic 20">
              <a:extLst>
                <a:ext uri="{FF2B5EF4-FFF2-40B4-BE49-F238E27FC236}">
                  <a16:creationId xmlns:a16="http://schemas.microsoft.com/office/drawing/2014/main" id="{527E7641-2CB5-45BF-A626-57CF7F56D10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740610" y="4804611"/>
              <a:ext cx="144000" cy="144000"/>
            </a:xfrm>
            <a:prstGeom prst="rect">
              <a:avLst/>
            </a:prstGeom>
          </p:spPr>
        </p:pic>
      </p:grpSp>
      <p:sp>
        <p:nvSpPr>
          <p:cNvPr id="2" name="Date Placeholder 1">
            <a:extLst>
              <a:ext uri="{FF2B5EF4-FFF2-40B4-BE49-F238E27FC236}">
                <a16:creationId xmlns:a16="http://schemas.microsoft.com/office/drawing/2014/main" id="{9F36AF8F-C172-448B-9151-C21EDDF1B8C3}"/>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3" name="Footer Placeholder 2">
            <a:extLst>
              <a:ext uri="{FF2B5EF4-FFF2-40B4-BE49-F238E27FC236}">
                <a16:creationId xmlns:a16="http://schemas.microsoft.com/office/drawing/2014/main" id="{4D7DEC3F-9D4F-4ED6-85DB-BD63AC4CAB84}"/>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4" name="Slide Number Placeholder 3">
            <a:extLst>
              <a:ext uri="{FF2B5EF4-FFF2-40B4-BE49-F238E27FC236}">
                <a16:creationId xmlns:a16="http://schemas.microsoft.com/office/drawing/2014/main" id="{2A1A8AFF-DA7E-41BF-AF3F-475734ECCDC3}"/>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3" name="Picture Placeholder 12">
            <a:extLst>
              <a:ext uri="{FF2B5EF4-FFF2-40B4-BE49-F238E27FC236}">
                <a16:creationId xmlns:a16="http://schemas.microsoft.com/office/drawing/2014/main" id="{D8C28059-916A-4C3E-8196-B1AF0B1B8D49}"/>
              </a:ext>
            </a:extLst>
          </p:cNvPr>
          <p:cNvSpPr>
            <a:spLocks noGrp="1"/>
          </p:cNvSpPr>
          <p:nvPr>
            <p:ph type="pic" sz="quarter" idx="14"/>
          </p:nvPr>
        </p:nvSpPr>
        <p:spPr>
          <a:xfrm>
            <a:off x="687000" y="859093"/>
            <a:ext cx="3108960" cy="3842274"/>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DEE37700-D9CB-43DD-9A10-550C46F74180}"/>
              </a:ext>
            </a:extLst>
          </p:cNvPr>
          <p:cNvSpPr>
            <a:spLocks noGrp="1"/>
          </p:cNvSpPr>
          <p:nvPr>
            <p:ph type="pic" sz="quarter" idx="17"/>
          </p:nvPr>
        </p:nvSpPr>
        <p:spPr>
          <a:xfrm>
            <a:off x="4507992" y="859093"/>
            <a:ext cx="3108960" cy="3842274"/>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516A7982-9813-45F9-A283-E904363B777D}"/>
              </a:ext>
            </a:extLst>
          </p:cNvPr>
          <p:cNvSpPr>
            <a:spLocks noGrp="1"/>
          </p:cNvSpPr>
          <p:nvPr>
            <p:ph type="pic" sz="quarter" idx="18"/>
          </p:nvPr>
        </p:nvSpPr>
        <p:spPr>
          <a:xfrm>
            <a:off x="8302752" y="859093"/>
            <a:ext cx="3108960" cy="3842274"/>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7" name="Title 12">
            <a:extLst>
              <a:ext uri="{FF2B5EF4-FFF2-40B4-BE49-F238E27FC236}">
                <a16:creationId xmlns:a16="http://schemas.microsoft.com/office/drawing/2014/main" id="{FEC987F1-63D0-334B-ACF4-751A74EFF846}"/>
              </a:ext>
            </a:extLst>
          </p:cNvPr>
          <p:cNvSpPr>
            <a:spLocks noGrp="1"/>
          </p:cNvSpPr>
          <p:nvPr>
            <p:ph type="title" hasCustomPrompt="1"/>
          </p:nvPr>
        </p:nvSpPr>
        <p:spPr>
          <a:xfrm>
            <a:off x="542229" y="4818614"/>
            <a:ext cx="4214622" cy="1015413"/>
          </a:xfrm>
        </p:spPr>
        <p:txBody>
          <a:bodyPr>
            <a:normAutofit/>
          </a:bodyPr>
          <a:lstStyle>
            <a:lvl1pPr>
              <a:lnSpc>
                <a:spcPct val="100000"/>
              </a:lnSpc>
              <a:defRPr sz="6000" baseline="0">
                <a:solidFill>
                  <a:schemeClr val="bg1"/>
                </a:solidFill>
                <a:effectLst/>
              </a:defRPr>
            </a:lvl1pPr>
          </a:lstStyle>
          <a:p>
            <a:r>
              <a:rPr lang="en-US"/>
              <a:t>6th Month</a:t>
            </a:r>
          </a:p>
        </p:txBody>
      </p:sp>
      <p:sp>
        <p:nvSpPr>
          <p:cNvPr id="28" name="Text Placeholder 14">
            <a:extLst>
              <a:ext uri="{FF2B5EF4-FFF2-40B4-BE49-F238E27FC236}">
                <a16:creationId xmlns:a16="http://schemas.microsoft.com/office/drawing/2014/main" id="{00D425B1-8CBE-CE42-84D6-F3CB18143041}"/>
              </a:ext>
            </a:extLst>
          </p:cNvPr>
          <p:cNvSpPr>
            <a:spLocks noGrp="1"/>
          </p:cNvSpPr>
          <p:nvPr>
            <p:ph type="body" sz="quarter" idx="16" hasCustomPrompt="1"/>
          </p:nvPr>
        </p:nvSpPr>
        <p:spPr>
          <a:xfrm>
            <a:off x="537715" y="5756005"/>
            <a:ext cx="3639161" cy="581955"/>
          </a:xfrm>
        </p:spPr>
        <p:txBody>
          <a:bodyPr anchor="ctr">
            <a:noAutofit/>
          </a:bodyPr>
          <a:lstStyle>
            <a:lvl1pPr marL="0" indent="0">
              <a:lnSpc>
                <a:spcPct val="114000"/>
              </a:lnSpc>
              <a:spcBef>
                <a:spcPts val="0"/>
              </a:spcBef>
              <a:buNone/>
              <a:defRPr sz="2500" spc="50" baseline="0">
                <a:solidFill>
                  <a:schemeClr val="bg1"/>
                </a:solidFill>
                <a:effectLst/>
              </a:defRPr>
            </a:lvl1pPr>
          </a:lstStyle>
          <a:p>
            <a:pPr lvl="0"/>
            <a:r>
              <a:rPr lang="en-US"/>
              <a:t>Lorem Ipsum Dolor Sit</a:t>
            </a:r>
          </a:p>
        </p:txBody>
      </p:sp>
    </p:spTree>
    <p:extLst>
      <p:ext uri="{BB962C8B-B14F-4D97-AF65-F5344CB8AC3E}">
        <p14:creationId xmlns:p14="http://schemas.microsoft.com/office/powerpoint/2010/main" val="234539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gradFill>
          <a:gsLst>
            <a:gs pos="81000">
              <a:schemeClr val="accent3"/>
            </a:gs>
            <a:gs pos="0">
              <a:schemeClr val="accent5"/>
            </a:gs>
          </a:gsLst>
          <a:lin ang="2700000" scaled="1"/>
        </a:gra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75A1212F-D29F-47E1-AC08-38779C5926FE}"/>
              </a:ext>
            </a:extLst>
          </p:cNvPr>
          <p:cNvGrpSpPr/>
          <p:nvPr userDrawn="1"/>
        </p:nvGrpSpPr>
        <p:grpSpPr>
          <a:xfrm>
            <a:off x="278746" y="254921"/>
            <a:ext cx="11549647" cy="6203781"/>
            <a:chOff x="278746" y="254921"/>
            <a:chExt cx="11549647" cy="6203781"/>
          </a:xfrm>
        </p:grpSpPr>
        <p:pic>
          <p:nvPicPr>
            <p:cNvPr id="17" name="Graphic 16">
              <a:extLst>
                <a:ext uri="{FF2B5EF4-FFF2-40B4-BE49-F238E27FC236}">
                  <a16:creationId xmlns:a16="http://schemas.microsoft.com/office/drawing/2014/main" id="{B696145E-9F3D-4A36-B907-928E8A7FEA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5776" y="254921"/>
              <a:ext cx="11440448" cy="6094800"/>
            </a:xfrm>
            <a:prstGeom prst="rect">
              <a:avLst/>
            </a:prstGeom>
          </p:spPr>
        </p:pic>
        <p:pic>
          <p:nvPicPr>
            <p:cNvPr id="18" name="Graphic 17">
              <a:extLst>
                <a:ext uri="{FF2B5EF4-FFF2-40B4-BE49-F238E27FC236}">
                  <a16:creationId xmlns:a16="http://schemas.microsoft.com/office/drawing/2014/main" id="{C86EBA36-FD5B-4ADE-B84A-47B89A1CCDE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72219" y="273902"/>
              <a:ext cx="11036122" cy="6184800"/>
            </a:xfrm>
            <a:prstGeom prst="rect">
              <a:avLst/>
            </a:prstGeom>
          </p:spPr>
        </p:pic>
        <p:pic>
          <p:nvPicPr>
            <p:cNvPr id="19" name="Graphic 18">
              <a:extLst>
                <a:ext uri="{FF2B5EF4-FFF2-40B4-BE49-F238E27FC236}">
                  <a16:creationId xmlns:a16="http://schemas.microsoft.com/office/drawing/2014/main" id="{E0D0658C-80CC-4D8B-8DD7-0F2F509E633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78746" y="914776"/>
              <a:ext cx="11549647" cy="5400000"/>
            </a:xfrm>
            <a:prstGeom prst="rect">
              <a:avLst/>
            </a:prstGeom>
          </p:spPr>
        </p:pic>
        <p:pic>
          <p:nvPicPr>
            <p:cNvPr id="20" name="Graphic 19">
              <a:extLst>
                <a:ext uri="{FF2B5EF4-FFF2-40B4-BE49-F238E27FC236}">
                  <a16:creationId xmlns:a16="http://schemas.microsoft.com/office/drawing/2014/main" id="{78E461E5-5712-4D60-9F36-37F33F9BE13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58973" y="991135"/>
              <a:ext cx="11065802" cy="4586400"/>
            </a:xfrm>
            <a:prstGeom prst="rect">
              <a:avLst/>
            </a:prstGeom>
          </p:spPr>
        </p:pic>
        <p:pic>
          <p:nvPicPr>
            <p:cNvPr id="21" name="Graphic 20">
              <a:extLst>
                <a:ext uri="{FF2B5EF4-FFF2-40B4-BE49-F238E27FC236}">
                  <a16:creationId xmlns:a16="http://schemas.microsoft.com/office/drawing/2014/main" id="{9E2F6079-586C-4EBF-AFB8-6A8FFE3779CA}"/>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021485" y="5694932"/>
              <a:ext cx="5167291" cy="669600"/>
            </a:xfrm>
            <a:prstGeom prst="rect">
              <a:avLst/>
            </a:prstGeom>
          </p:spPr>
        </p:pic>
        <p:pic>
          <p:nvPicPr>
            <p:cNvPr id="22" name="Graphic 21">
              <a:extLst>
                <a:ext uri="{FF2B5EF4-FFF2-40B4-BE49-F238E27FC236}">
                  <a16:creationId xmlns:a16="http://schemas.microsoft.com/office/drawing/2014/main" id="{6FE268AA-D98F-49E9-9B5F-B0E841D601D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594150" y="2028858"/>
              <a:ext cx="144000" cy="144000"/>
            </a:xfrm>
            <a:prstGeom prst="rect">
              <a:avLst/>
            </a:prstGeom>
          </p:spPr>
        </p:pic>
      </p:grpSp>
      <p:sp>
        <p:nvSpPr>
          <p:cNvPr id="5" name="Date Placeholder 4">
            <a:extLst>
              <a:ext uri="{FF2B5EF4-FFF2-40B4-BE49-F238E27FC236}">
                <a16:creationId xmlns:a16="http://schemas.microsoft.com/office/drawing/2014/main" id="{D64A3289-F71D-40BC-9CB1-DB0FFDCA0670}"/>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6" name="Footer Placeholder 5">
            <a:extLst>
              <a:ext uri="{FF2B5EF4-FFF2-40B4-BE49-F238E27FC236}">
                <a16:creationId xmlns:a16="http://schemas.microsoft.com/office/drawing/2014/main" id="{451EFC2B-A599-4AAD-8B2B-03BF10474588}"/>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7" name="Slide Number Placeholder 6">
            <a:extLst>
              <a:ext uri="{FF2B5EF4-FFF2-40B4-BE49-F238E27FC236}">
                <a16:creationId xmlns:a16="http://schemas.microsoft.com/office/drawing/2014/main" id="{137CB4AD-5B6B-4B9B-8013-DF6602D06AE9}"/>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0" name="Picture Placeholder 9">
            <a:extLst>
              <a:ext uri="{FF2B5EF4-FFF2-40B4-BE49-F238E27FC236}">
                <a16:creationId xmlns:a16="http://schemas.microsoft.com/office/drawing/2014/main" id="{4A18CF9E-D8B3-4061-A8D5-E2A4DB614806}"/>
              </a:ext>
            </a:extLst>
          </p:cNvPr>
          <p:cNvSpPr>
            <a:spLocks noGrp="1" noChangeAspect="1"/>
          </p:cNvSpPr>
          <p:nvPr>
            <p:ph type="pic" sz="quarter" idx="15"/>
          </p:nvPr>
        </p:nvSpPr>
        <p:spPr>
          <a:xfrm>
            <a:off x="687001" y="914776"/>
            <a:ext cx="6332792" cy="4474868"/>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5" name="Picture Placeholder 24">
            <a:extLst>
              <a:ext uri="{FF2B5EF4-FFF2-40B4-BE49-F238E27FC236}">
                <a16:creationId xmlns:a16="http://schemas.microsoft.com/office/drawing/2014/main" id="{0FE86822-17BC-4CC5-8BAC-60FABCB479B1}"/>
              </a:ext>
            </a:extLst>
          </p:cNvPr>
          <p:cNvSpPr>
            <a:spLocks noGrp="1" noChangeAspect="1"/>
          </p:cNvSpPr>
          <p:nvPr>
            <p:ph type="pic" sz="quarter" idx="16"/>
          </p:nvPr>
        </p:nvSpPr>
        <p:spPr>
          <a:xfrm>
            <a:off x="7944395" y="865722"/>
            <a:ext cx="3552446" cy="3671014"/>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6" name="Picture Placeholder 25">
            <a:extLst>
              <a:ext uri="{FF2B5EF4-FFF2-40B4-BE49-F238E27FC236}">
                <a16:creationId xmlns:a16="http://schemas.microsoft.com/office/drawing/2014/main" id="{8E2CB25C-3D41-473A-85EA-0364315E9018}"/>
              </a:ext>
            </a:extLst>
          </p:cNvPr>
          <p:cNvSpPr>
            <a:spLocks noGrp="1"/>
          </p:cNvSpPr>
          <p:nvPr>
            <p:ph type="pic" sz="quarter" idx="17"/>
          </p:nvPr>
        </p:nvSpPr>
        <p:spPr>
          <a:xfrm>
            <a:off x="7621506" y="3247644"/>
            <a:ext cx="2139696" cy="2142000"/>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4" name="Title 1">
            <a:extLst>
              <a:ext uri="{FF2B5EF4-FFF2-40B4-BE49-F238E27FC236}">
                <a16:creationId xmlns:a16="http://schemas.microsoft.com/office/drawing/2014/main" id="{1B7311EA-D7F5-F647-99F5-FA9CA77FF705}"/>
              </a:ext>
            </a:extLst>
          </p:cNvPr>
          <p:cNvSpPr>
            <a:spLocks noGrp="1"/>
          </p:cNvSpPr>
          <p:nvPr>
            <p:ph type="title" hasCustomPrompt="1"/>
          </p:nvPr>
        </p:nvSpPr>
        <p:spPr>
          <a:xfrm>
            <a:off x="548271" y="5316319"/>
            <a:ext cx="4679617" cy="1325563"/>
          </a:xfrm>
        </p:spPr>
        <p:txBody>
          <a:bodyPr/>
          <a:lstStyle>
            <a:lvl1pPr algn="l">
              <a:defRPr baseline="0">
                <a:solidFill>
                  <a:schemeClr val="bg1"/>
                </a:solidFill>
                <a:effectLst/>
              </a:defRPr>
            </a:lvl1pPr>
          </a:lstStyle>
          <a:p>
            <a:r>
              <a:rPr lang="en-US"/>
              <a:t>7th Month</a:t>
            </a:r>
          </a:p>
        </p:txBody>
      </p:sp>
      <p:sp>
        <p:nvSpPr>
          <p:cNvPr id="28" name="Text Placeholder 14">
            <a:extLst>
              <a:ext uri="{FF2B5EF4-FFF2-40B4-BE49-F238E27FC236}">
                <a16:creationId xmlns:a16="http://schemas.microsoft.com/office/drawing/2014/main" id="{B8C4E3FC-6087-9740-846E-8DD54C3285F7}"/>
              </a:ext>
            </a:extLst>
          </p:cNvPr>
          <p:cNvSpPr>
            <a:spLocks noGrp="1"/>
          </p:cNvSpPr>
          <p:nvPr>
            <p:ph type="body" sz="quarter" idx="18" hasCustomPrompt="1"/>
          </p:nvPr>
        </p:nvSpPr>
        <p:spPr>
          <a:xfrm>
            <a:off x="7357802" y="5524973"/>
            <a:ext cx="4114800" cy="1019249"/>
          </a:xfrm>
        </p:spPr>
        <p:txBody>
          <a:bodyPr anchor="ctr">
            <a:normAutofit/>
          </a:bodyPr>
          <a:lstStyle>
            <a:lvl1pPr marL="0" indent="0" algn="r">
              <a:lnSpc>
                <a:spcPct val="114000"/>
              </a:lnSpc>
              <a:spcBef>
                <a:spcPts val="0"/>
              </a:spcBef>
              <a:buNone/>
              <a:defRPr sz="2500" spc="50" baseline="0">
                <a:solidFill>
                  <a:schemeClr val="bg1"/>
                </a:solidFill>
                <a:effectLst/>
              </a:defRPr>
            </a:lvl1pPr>
          </a:lstStyle>
          <a:p>
            <a:pPr lvl="0"/>
            <a:r>
              <a:rPr lang="en-US"/>
              <a:t>Lorem Ipsum Dolor Sit</a:t>
            </a:r>
          </a:p>
        </p:txBody>
      </p:sp>
    </p:spTree>
    <p:extLst>
      <p:ext uri="{BB962C8B-B14F-4D97-AF65-F5344CB8AC3E}">
        <p14:creationId xmlns:p14="http://schemas.microsoft.com/office/powerpoint/2010/main" val="3297383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gradFill>
          <a:gsLst>
            <a:gs pos="31000">
              <a:schemeClr val="accent1"/>
            </a:gs>
            <a:gs pos="100000">
              <a:schemeClr val="accent2"/>
            </a:gs>
          </a:gsLst>
          <a:lin ang="27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85E5663B-D99F-4444-B2F7-9C6FCC737BDA}"/>
              </a:ext>
            </a:extLst>
          </p:cNvPr>
          <p:cNvGrpSpPr/>
          <p:nvPr userDrawn="1"/>
        </p:nvGrpSpPr>
        <p:grpSpPr>
          <a:xfrm flipV="1">
            <a:off x="256474" y="261493"/>
            <a:ext cx="11727288" cy="6271970"/>
            <a:chOff x="256474" y="261493"/>
            <a:chExt cx="11727288" cy="6271970"/>
          </a:xfrm>
          <a:solidFill>
            <a:schemeClr val="bg1">
              <a:alpha val="15011"/>
            </a:schemeClr>
          </a:solidFill>
        </p:grpSpPr>
        <p:pic>
          <p:nvPicPr>
            <p:cNvPr id="16" name="Graphic 15">
              <a:extLst>
                <a:ext uri="{FF2B5EF4-FFF2-40B4-BE49-F238E27FC236}">
                  <a16:creationId xmlns:a16="http://schemas.microsoft.com/office/drawing/2014/main" id="{C383FAD6-A9C4-4E14-A66D-4A75FAF31A0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1006" y="327108"/>
              <a:ext cx="11525819" cy="6163200"/>
            </a:xfrm>
            <a:prstGeom prst="rect">
              <a:avLst/>
            </a:prstGeom>
          </p:spPr>
        </p:pic>
        <p:pic>
          <p:nvPicPr>
            <p:cNvPr id="17" name="Graphic 16">
              <a:extLst>
                <a:ext uri="{FF2B5EF4-FFF2-40B4-BE49-F238E27FC236}">
                  <a16:creationId xmlns:a16="http://schemas.microsoft.com/office/drawing/2014/main" id="{4DEC9058-4C69-4AB1-9714-CB2437C30D9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1217" y="367692"/>
              <a:ext cx="11602545" cy="5922000"/>
            </a:xfrm>
            <a:prstGeom prst="rect">
              <a:avLst/>
            </a:prstGeom>
          </p:spPr>
        </p:pic>
        <p:pic>
          <p:nvPicPr>
            <p:cNvPr id="18" name="Graphic 17">
              <a:extLst>
                <a:ext uri="{FF2B5EF4-FFF2-40B4-BE49-F238E27FC236}">
                  <a16:creationId xmlns:a16="http://schemas.microsoft.com/office/drawing/2014/main" id="{77E5211C-EC13-41AF-A772-CE608347373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56474" y="326501"/>
              <a:ext cx="11504110" cy="5529600"/>
            </a:xfrm>
            <a:prstGeom prst="rect">
              <a:avLst/>
            </a:prstGeom>
          </p:spPr>
        </p:pic>
        <p:pic>
          <p:nvPicPr>
            <p:cNvPr id="19" name="Graphic 18">
              <a:extLst>
                <a:ext uri="{FF2B5EF4-FFF2-40B4-BE49-F238E27FC236}">
                  <a16:creationId xmlns:a16="http://schemas.microsoft.com/office/drawing/2014/main" id="{D7C3A89D-A737-49F3-A921-7D3CDE56B60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76793" y="1720263"/>
              <a:ext cx="11061470" cy="4813200"/>
            </a:xfrm>
            <a:prstGeom prst="rect">
              <a:avLst/>
            </a:prstGeom>
          </p:spPr>
        </p:pic>
        <p:pic>
          <p:nvPicPr>
            <p:cNvPr id="20" name="Graphic 19">
              <a:extLst>
                <a:ext uri="{FF2B5EF4-FFF2-40B4-BE49-F238E27FC236}">
                  <a16:creationId xmlns:a16="http://schemas.microsoft.com/office/drawing/2014/main" id="{66A6FE50-4B6B-49D3-9463-BB845FC9BCD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5960403" y="261493"/>
              <a:ext cx="5401846" cy="504000"/>
            </a:xfrm>
            <a:prstGeom prst="rect">
              <a:avLst/>
            </a:prstGeom>
          </p:spPr>
        </p:pic>
        <p:pic>
          <p:nvPicPr>
            <p:cNvPr id="21" name="Graphic 20">
              <a:extLst>
                <a:ext uri="{FF2B5EF4-FFF2-40B4-BE49-F238E27FC236}">
                  <a16:creationId xmlns:a16="http://schemas.microsoft.com/office/drawing/2014/main" id="{4C1FADB1-3785-4E54-BD91-963A06FA75A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689293" y="4852484"/>
              <a:ext cx="144000" cy="144000"/>
            </a:xfrm>
            <a:prstGeom prst="rect">
              <a:avLst/>
            </a:prstGeom>
          </p:spPr>
        </p:pic>
      </p:grpSp>
      <p:sp>
        <p:nvSpPr>
          <p:cNvPr id="14" name="Picture Placeholder 13">
            <a:extLst>
              <a:ext uri="{FF2B5EF4-FFF2-40B4-BE49-F238E27FC236}">
                <a16:creationId xmlns:a16="http://schemas.microsoft.com/office/drawing/2014/main" id="{53735EAC-5ED9-4F62-ABD1-5E26429119A2}"/>
              </a:ext>
            </a:extLst>
          </p:cNvPr>
          <p:cNvSpPr>
            <a:spLocks noGrp="1"/>
          </p:cNvSpPr>
          <p:nvPr>
            <p:ph type="pic" idx="1"/>
          </p:nvPr>
        </p:nvSpPr>
        <p:spPr>
          <a:xfrm>
            <a:off x="680158" y="859093"/>
            <a:ext cx="2934001" cy="4220721"/>
          </a:xfrm>
          <a:prstGeom prst="rect">
            <a:avLst/>
          </a:prstGeom>
          <a:noFill/>
          <a:ln w="63500">
            <a:solidFill>
              <a:schemeClr val="bg1"/>
            </a:solidFill>
          </a:ln>
          <a:effectLst/>
        </p:spPr>
        <p:txBody>
          <a:bodyPr wrap="square" anchor="ctr" anchorCtr="0">
            <a:noAutofit/>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806957C-CC9E-42D1-B1F4-A767BB71556C}"/>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6" name="Footer Placeholder 5">
            <a:extLst>
              <a:ext uri="{FF2B5EF4-FFF2-40B4-BE49-F238E27FC236}">
                <a16:creationId xmlns:a16="http://schemas.microsoft.com/office/drawing/2014/main" id="{15FEDB01-6A45-415F-BB57-B2FF146E4E55}"/>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7" name="Slide Number Placeholder 6">
            <a:extLst>
              <a:ext uri="{FF2B5EF4-FFF2-40B4-BE49-F238E27FC236}">
                <a16:creationId xmlns:a16="http://schemas.microsoft.com/office/drawing/2014/main" id="{346971EA-4F70-4B6F-B95B-47DFDA4DCC30}"/>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0" name="Picture Placeholder 9">
            <a:extLst>
              <a:ext uri="{FF2B5EF4-FFF2-40B4-BE49-F238E27FC236}">
                <a16:creationId xmlns:a16="http://schemas.microsoft.com/office/drawing/2014/main" id="{FF937B18-1EFB-4925-8BA6-8AEFE9AD79F5}"/>
              </a:ext>
            </a:extLst>
          </p:cNvPr>
          <p:cNvSpPr>
            <a:spLocks noGrp="1"/>
          </p:cNvSpPr>
          <p:nvPr>
            <p:ph type="pic" sz="quarter" idx="16"/>
          </p:nvPr>
        </p:nvSpPr>
        <p:spPr>
          <a:xfrm>
            <a:off x="4251960" y="859093"/>
            <a:ext cx="3675888" cy="1843105"/>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F16C792A-311E-49C1-B927-5188236386DD}"/>
              </a:ext>
            </a:extLst>
          </p:cNvPr>
          <p:cNvSpPr>
            <a:spLocks noGrp="1"/>
          </p:cNvSpPr>
          <p:nvPr>
            <p:ph type="pic" sz="quarter" idx="17"/>
          </p:nvPr>
        </p:nvSpPr>
        <p:spPr>
          <a:xfrm>
            <a:off x="4251960" y="3230690"/>
            <a:ext cx="3675888" cy="1843105"/>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F3DB4BC6-5388-43E4-AA70-807AFBC6D8D9}"/>
              </a:ext>
            </a:extLst>
          </p:cNvPr>
          <p:cNvSpPr>
            <a:spLocks noGrp="1"/>
          </p:cNvSpPr>
          <p:nvPr>
            <p:ph type="pic" idx="18"/>
          </p:nvPr>
        </p:nvSpPr>
        <p:spPr>
          <a:xfrm>
            <a:off x="8577072" y="859093"/>
            <a:ext cx="2931633" cy="4220721"/>
          </a:xfrm>
          <a:prstGeom prst="rect">
            <a:avLst/>
          </a:prstGeom>
          <a:noFill/>
          <a:ln w="63500">
            <a:solidFill>
              <a:schemeClr val="bg1"/>
            </a:solidFill>
          </a:ln>
          <a:effectLst/>
        </p:spPr>
        <p:txBody>
          <a:bodyPr wrap="square" anchor="ctr" anchorCtr="0">
            <a:noAutofit/>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0" name="Text Placeholder 14">
            <a:extLst>
              <a:ext uri="{FF2B5EF4-FFF2-40B4-BE49-F238E27FC236}">
                <a16:creationId xmlns:a16="http://schemas.microsoft.com/office/drawing/2014/main" id="{2C4E347F-7143-2046-BFFF-4D08F49CEF6F}"/>
              </a:ext>
            </a:extLst>
          </p:cNvPr>
          <p:cNvSpPr>
            <a:spLocks noGrp="1"/>
          </p:cNvSpPr>
          <p:nvPr>
            <p:ph type="body" sz="quarter" idx="19" hasCustomPrompt="1"/>
          </p:nvPr>
        </p:nvSpPr>
        <p:spPr>
          <a:xfrm>
            <a:off x="8590834" y="5577840"/>
            <a:ext cx="2881767" cy="1019249"/>
          </a:xfrm>
        </p:spPr>
        <p:txBody>
          <a:bodyPr anchor="ctr">
            <a:normAutofit/>
          </a:bodyPr>
          <a:lstStyle>
            <a:lvl1pPr marL="0" indent="0" algn="r">
              <a:lnSpc>
                <a:spcPct val="114000"/>
              </a:lnSpc>
              <a:spcBef>
                <a:spcPts val="0"/>
              </a:spcBef>
              <a:buNone/>
              <a:defRPr sz="2500" spc="50" baseline="0">
                <a:solidFill>
                  <a:schemeClr val="bg1"/>
                </a:solidFill>
                <a:effectLst/>
              </a:defRPr>
            </a:lvl1pPr>
          </a:lstStyle>
          <a:p>
            <a:pPr lvl="0"/>
            <a:r>
              <a:rPr lang="en-US"/>
              <a:t>Lorem Ipsum Dolor Sit</a:t>
            </a:r>
          </a:p>
        </p:txBody>
      </p:sp>
      <p:sp>
        <p:nvSpPr>
          <p:cNvPr id="31" name="Title 1">
            <a:extLst>
              <a:ext uri="{FF2B5EF4-FFF2-40B4-BE49-F238E27FC236}">
                <a16:creationId xmlns:a16="http://schemas.microsoft.com/office/drawing/2014/main" id="{31983C5F-E737-8446-9BCA-4C30109E50FA}"/>
              </a:ext>
            </a:extLst>
          </p:cNvPr>
          <p:cNvSpPr>
            <a:spLocks noGrp="1"/>
          </p:cNvSpPr>
          <p:nvPr>
            <p:ph type="title" hasCustomPrompt="1"/>
          </p:nvPr>
        </p:nvSpPr>
        <p:spPr>
          <a:xfrm>
            <a:off x="548271" y="5316319"/>
            <a:ext cx="4679617" cy="1325563"/>
          </a:xfrm>
        </p:spPr>
        <p:txBody>
          <a:bodyPr/>
          <a:lstStyle>
            <a:lvl1pPr algn="l">
              <a:defRPr baseline="0">
                <a:solidFill>
                  <a:schemeClr val="bg1"/>
                </a:solidFill>
                <a:effectLst/>
              </a:defRPr>
            </a:lvl1pPr>
          </a:lstStyle>
          <a:p>
            <a:r>
              <a:rPr lang="en-US"/>
              <a:t>11th Month</a:t>
            </a:r>
          </a:p>
        </p:txBody>
      </p:sp>
    </p:spTree>
    <p:extLst>
      <p:ext uri="{BB962C8B-B14F-4D97-AF65-F5344CB8AC3E}">
        <p14:creationId xmlns:p14="http://schemas.microsoft.com/office/powerpoint/2010/main" val="2084891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bg>
      <p:bgPr>
        <a:gradFill>
          <a:gsLst>
            <a:gs pos="0">
              <a:schemeClr val="accent2"/>
            </a:gs>
            <a:gs pos="65000">
              <a:schemeClr val="accent3"/>
            </a:gs>
          </a:gsLst>
          <a:lin ang="27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4E59AD50-85A1-4E8E-A10E-7C8B27A040B5}"/>
              </a:ext>
            </a:extLst>
          </p:cNvPr>
          <p:cNvGrpSpPr/>
          <p:nvPr userDrawn="1"/>
        </p:nvGrpSpPr>
        <p:grpSpPr>
          <a:xfrm>
            <a:off x="265200" y="211797"/>
            <a:ext cx="11597599" cy="6236982"/>
            <a:chOff x="265200" y="211797"/>
            <a:chExt cx="11597599" cy="6236982"/>
          </a:xfrm>
        </p:grpSpPr>
        <p:pic>
          <p:nvPicPr>
            <p:cNvPr id="16" name="Graphic 15">
              <a:extLst>
                <a:ext uri="{FF2B5EF4-FFF2-40B4-BE49-F238E27FC236}">
                  <a16:creationId xmlns:a16="http://schemas.microsoft.com/office/drawing/2014/main" id="{1FE3352A-FE5E-4BA4-A20A-27B2B714666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5727" y="211797"/>
              <a:ext cx="11420546" cy="5443200"/>
            </a:xfrm>
            <a:prstGeom prst="rect">
              <a:avLst/>
            </a:prstGeom>
          </p:spPr>
        </p:pic>
        <p:pic>
          <p:nvPicPr>
            <p:cNvPr id="17" name="Graphic 16">
              <a:extLst>
                <a:ext uri="{FF2B5EF4-FFF2-40B4-BE49-F238E27FC236}">
                  <a16:creationId xmlns:a16="http://schemas.microsoft.com/office/drawing/2014/main" id="{09A97BF7-6982-4EAE-8CCF-71628CA4407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5200" y="1077579"/>
              <a:ext cx="9472613" cy="5371200"/>
            </a:xfrm>
            <a:prstGeom prst="rect">
              <a:avLst/>
            </a:prstGeom>
          </p:spPr>
        </p:pic>
        <p:pic>
          <p:nvPicPr>
            <p:cNvPr id="18" name="Graphic 17">
              <a:extLst>
                <a:ext uri="{FF2B5EF4-FFF2-40B4-BE49-F238E27FC236}">
                  <a16:creationId xmlns:a16="http://schemas.microsoft.com/office/drawing/2014/main" id="{86A70699-8AE0-487A-87E6-9AF39A5E9C2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696497" y="360274"/>
              <a:ext cx="9888200" cy="5623200"/>
            </a:xfrm>
            <a:prstGeom prst="rect">
              <a:avLst/>
            </a:prstGeom>
          </p:spPr>
        </p:pic>
        <p:pic>
          <p:nvPicPr>
            <p:cNvPr id="19" name="Graphic 18">
              <a:extLst>
                <a:ext uri="{FF2B5EF4-FFF2-40B4-BE49-F238E27FC236}">
                  <a16:creationId xmlns:a16="http://schemas.microsoft.com/office/drawing/2014/main" id="{1CDF05D3-995B-4D06-8B84-2B5728A0C15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76728" y="430474"/>
              <a:ext cx="10190647" cy="4078800"/>
            </a:xfrm>
            <a:prstGeom prst="rect">
              <a:avLst/>
            </a:prstGeom>
          </p:spPr>
        </p:pic>
        <p:pic>
          <p:nvPicPr>
            <p:cNvPr id="20" name="Graphic 19">
              <a:extLst>
                <a:ext uri="{FF2B5EF4-FFF2-40B4-BE49-F238E27FC236}">
                  <a16:creationId xmlns:a16="http://schemas.microsoft.com/office/drawing/2014/main" id="{A50EF869-DF4B-4E8F-AA4C-07413EE3BE5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05627" y="300531"/>
              <a:ext cx="11457172" cy="5976000"/>
            </a:xfrm>
            <a:prstGeom prst="rect">
              <a:avLst/>
            </a:prstGeom>
          </p:spPr>
        </p:pic>
        <p:pic>
          <p:nvPicPr>
            <p:cNvPr id="21" name="Graphic 20">
              <a:extLst>
                <a:ext uri="{FF2B5EF4-FFF2-40B4-BE49-F238E27FC236}">
                  <a16:creationId xmlns:a16="http://schemas.microsoft.com/office/drawing/2014/main" id="{A62C5550-C7B4-478D-A50A-E674A1CEFFF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891718" y="6238464"/>
              <a:ext cx="108000" cy="108000"/>
            </a:xfrm>
            <a:prstGeom prst="rect">
              <a:avLst/>
            </a:prstGeom>
          </p:spPr>
        </p:pic>
      </p:grpSp>
      <p:sp>
        <p:nvSpPr>
          <p:cNvPr id="2" name="Title 1">
            <a:extLst>
              <a:ext uri="{FF2B5EF4-FFF2-40B4-BE49-F238E27FC236}">
                <a16:creationId xmlns:a16="http://schemas.microsoft.com/office/drawing/2014/main" id="{56569200-4B56-44C7-BE76-EE495EF22819}"/>
              </a:ext>
            </a:extLst>
          </p:cNvPr>
          <p:cNvSpPr>
            <a:spLocks noGrp="1"/>
          </p:cNvSpPr>
          <p:nvPr>
            <p:ph type="title" hasCustomPrompt="1"/>
          </p:nvPr>
        </p:nvSpPr>
        <p:spPr>
          <a:xfrm>
            <a:off x="6210256" y="4974336"/>
            <a:ext cx="4285247" cy="790728"/>
          </a:xfrm>
        </p:spPr>
        <p:txBody>
          <a:bodyPr/>
          <a:lstStyle>
            <a:lvl1pPr>
              <a:defRPr baseline="0">
                <a:solidFill>
                  <a:schemeClr val="bg1"/>
                </a:solidFill>
                <a:effectLst/>
              </a:defRPr>
            </a:lvl1pPr>
          </a:lstStyle>
          <a:p>
            <a:r>
              <a:rPr lang="en-US" dirty="0"/>
              <a:t>9th Month</a:t>
            </a:r>
          </a:p>
        </p:txBody>
      </p:sp>
      <p:sp>
        <p:nvSpPr>
          <p:cNvPr id="4" name="Date Placeholder 3">
            <a:extLst>
              <a:ext uri="{FF2B5EF4-FFF2-40B4-BE49-F238E27FC236}">
                <a16:creationId xmlns:a16="http://schemas.microsoft.com/office/drawing/2014/main" id="{847A4CC3-9CF3-4BC4-869B-BC9E075241D5}"/>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5" name="Footer Placeholder 4">
            <a:extLst>
              <a:ext uri="{FF2B5EF4-FFF2-40B4-BE49-F238E27FC236}">
                <a16:creationId xmlns:a16="http://schemas.microsoft.com/office/drawing/2014/main" id="{4678A5C8-7868-450A-AD77-66FEFB7A31D3}"/>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3087F76C-2AE9-42CA-8ABB-8F58A8B188F1}"/>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0" name="Picture Placeholder 11">
            <a:extLst>
              <a:ext uri="{FF2B5EF4-FFF2-40B4-BE49-F238E27FC236}">
                <a16:creationId xmlns:a16="http://schemas.microsoft.com/office/drawing/2014/main" id="{F4D93180-0DB3-4C63-9065-5D7EF7C2495C}"/>
              </a:ext>
            </a:extLst>
          </p:cNvPr>
          <p:cNvSpPr>
            <a:spLocks noGrp="1"/>
          </p:cNvSpPr>
          <p:nvPr>
            <p:ph type="pic" sz="quarter" idx="14"/>
          </p:nvPr>
        </p:nvSpPr>
        <p:spPr>
          <a:xfrm>
            <a:off x="731710" y="859092"/>
            <a:ext cx="4983480" cy="5247361"/>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0DE03040-C85E-413F-803E-FC80926C6869}"/>
              </a:ext>
            </a:extLst>
          </p:cNvPr>
          <p:cNvSpPr>
            <a:spLocks noGrp="1"/>
          </p:cNvSpPr>
          <p:nvPr>
            <p:ph type="pic" sz="quarter" idx="15"/>
          </p:nvPr>
        </p:nvSpPr>
        <p:spPr>
          <a:xfrm>
            <a:off x="6400800" y="859092"/>
            <a:ext cx="3199530" cy="2949771"/>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FB9E9B6C-16CF-461D-8A49-226A49287927}"/>
              </a:ext>
            </a:extLst>
          </p:cNvPr>
          <p:cNvSpPr>
            <a:spLocks noGrp="1"/>
          </p:cNvSpPr>
          <p:nvPr>
            <p:ph type="pic" sz="quarter" idx="16"/>
          </p:nvPr>
        </p:nvSpPr>
        <p:spPr>
          <a:xfrm>
            <a:off x="9151009" y="2011680"/>
            <a:ext cx="2358001" cy="2379600"/>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3" name="Text Placeholder 14">
            <a:extLst>
              <a:ext uri="{FF2B5EF4-FFF2-40B4-BE49-F238E27FC236}">
                <a16:creationId xmlns:a16="http://schemas.microsoft.com/office/drawing/2014/main" id="{C07E3FCF-AC8E-42D0-A379-0358791AF72D}"/>
              </a:ext>
            </a:extLst>
          </p:cNvPr>
          <p:cNvSpPr>
            <a:spLocks noGrp="1"/>
          </p:cNvSpPr>
          <p:nvPr>
            <p:ph type="body" sz="quarter" idx="19" hasCustomPrompt="1"/>
          </p:nvPr>
        </p:nvSpPr>
        <p:spPr>
          <a:xfrm>
            <a:off x="6210255" y="5806439"/>
            <a:ext cx="4285247" cy="777240"/>
          </a:xfrm>
        </p:spPr>
        <p:txBody>
          <a:bodyPr>
            <a:normAutofit/>
          </a:bodyPr>
          <a:lstStyle>
            <a:lvl1pPr marL="0" indent="0" algn="l">
              <a:lnSpc>
                <a:spcPct val="114000"/>
              </a:lnSpc>
              <a:spcBef>
                <a:spcPts val="0"/>
              </a:spcBef>
              <a:buNone/>
              <a:defRPr sz="2500" spc="50" baseline="0">
                <a:solidFill>
                  <a:schemeClr val="bg1"/>
                </a:solidFill>
                <a:effectLst/>
              </a:defRPr>
            </a:lvl1pPr>
          </a:lstStyle>
          <a:p>
            <a:pPr lvl="0"/>
            <a:r>
              <a:rPr lang="en-US" dirty="0"/>
              <a:t>Lorem Ipsum Dolor Sit</a:t>
            </a:r>
          </a:p>
        </p:txBody>
      </p:sp>
    </p:spTree>
    <p:extLst>
      <p:ext uri="{BB962C8B-B14F-4D97-AF65-F5344CB8AC3E}">
        <p14:creationId xmlns:p14="http://schemas.microsoft.com/office/powerpoint/2010/main" val="2209604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gradFill>
          <a:gsLst>
            <a:gs pos="17000">
              <a:schemeClr val="accent1"/>
            </a:gs>
            <a:gs pos="100000">
              <a:schemeClr val="accent6"/>
            </a:gs>
          </a:gsLst>
          <a:lin ang="2700000" scaled="1"/>
        </a:gra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89C1D535-15FE-4AE9-BB66-5361D692D4DC}"/>
              </a:ext>
            </a:extLst>
          </p:cNvPr>
          <p:cNvGrpSpPr/>
          <p:nvPr userDrawn="1"/>
        </p:nvGrpSpPr>
        <p:grpSpPr>
          <a:xfrm>
            <a:off x="229449" y="233862"/>
            <a:ext cx="11709704" cy="6322883"/>
            <a:chOff x="229449" y="233862"/>
            <a:chExt cx="11709704" cy="6322883"/>
          </a:xfrm>
        </p:grpSpPr>
        <p:pic>
          <p:nvPicPr>
            <p:cNvPr id="12" name="Graphic 11">
              <a:extLst>
                <a:ext uri="{FF2B5EF4-FFF2-40B4-BE49-F238E27FC236}">
                  <a16:creationId xmlns:a16="http://schemas.microsoft.com/office/drawing/2014/main" id="{6B275128-7496-498E-96B3-4133B3A6E9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5193" y="233862"/>
              <a:ext cx="11421613" cy="3574800"/>
            </a:xfrm>
            <a:prstGeom prst="rect">
              <a:avLst/>
            </a:prstGeom>
          </p:spPr>
        </p:pic>
        <p:pic>
          <p:nvPicPr>
            <p:cNvPr id="13" name="Graphic 12">
              <a:extLst>
                <a:ext uri="{FF2B5EF4-FFF2-40B4-BE49-F238E27FC236}">
                  <a16:creationId xmlns:a16="http://schemas.microsoft.com/office/drawing/2014/main" id="{C4170EEB-423D-4503-B447-5A6DFE4C6D3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29449" y="283484"/>
              <a:ext cx="11682694" cy="6260400"/>
            </a:xfrm>
            <a:prstGeom prst="rect">
              <a:avLst/>
            </a:prstGeom>
          </p:spPr>
        </p:pic>
        <p:pic>
          <p:nvPicPr>
            <p:cNvPr id="28" name="Graphic 27">
              <a:extLst>
                <a:ext uri="{FF2B5EF4-FFF2-40B4-BE49-F238E27FC236}">
                  <a16:creationId xmlns:a16="http://schemas.microsoft.com/office/drawing/2014/main" id="{EE4FC028-6A7F-464B-8DE4-89A5BC6A349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004666" y="282797"/>
              <a:ext cx="5167290" cy="669600"/>
            </a:xfrm>
            <a:prstGeom prst="rect">
              <a:avLst/>
            </a:prstGeom>
          </p:spPr>
        </p:pic>
        <p:pic>
          <p:nvPicPr>
            <p:cNvPr id="29" name="Graphic 28">
              <a:extLst>
                <a:ext uri="{FF2B5EF4-FFF2-40B4-BE49-F238E27FC236}">
                  <a16:creationId xmlns:a16="http://schemas.microsoft.com/office/drawing/2014/main" id="{8D0E7667-1F91-4259-8E3E-2391F62372B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73201" y="264916"/>
              <a:ext cx="11549647" cy="6264000"/>
            </a:xfrm>
            <a:prstGeom prst="rect">
              <a:avLst/>
            </a:prstGeom>
          </p:spPr>
        </p:pic>
        <p:pic>
          <p:nvPicPr>
            <p:cNvPr id="30" name="Graphic 29">
              <a:extLst>
                <a:ext uri="{FF2B5EF4-FFF2-40B4-BE49-F238E27FC236}">
                  <a16:creationId xmlns:a16="http://schemas.microsoft.com/office/drawing/2014/main" id="{E199AC3A-63E5-48DF-8EFB-E9DD14245BF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804248" y="1351145"/>
              <a:ext cx="11134905" cy="5205600"/>
            </a:xfrm>
            <a:prstGeom prst="rect">
              <a:avLst/>
            </a:prstGeom>
          </p:spPr>
        </p:pic>
        <p:pic>
          <p:nvPicPr>
            <p:cNvPr id="31" name="Graphic 30">
              <a:extLst>
                <a:ext uri="{FF2B5EF4-FFF2-40B4-BE49-F238E27FC236}">
                  <a16:creationId xmlns:a16="http://schemas.microsoft.com/office/drawing/2014/main" id="{7082B659-6998-45CF-901F-834BBE16223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740790" y="4438126"/>
              <a:ext cx="144000" cy="144000"/>
            </a:xfrm>
            <a:prstGeom prst="rect">
              <a:avLst/>
            </a:prstGeom>
          </p:spPr>
        </p:pic>
      </p:grpSp>
      <p:sp>
        <p:nvSpPr>
          <p:cNvPr id="10" name="Picture Placeholder 11">
            <a:extLst>
              <a:ext uri="{FF2B5EF4-FFF2-40B4-BE49-F238E27FC236}">
                <a16:creationId xmlns:a16="http://schemas.microsoft.com/office/drawing/2014/main" id="{F4D93180-0DB3-4C63-9065-5D7EF7C2495C}"/>
              </a:ext>
            </a:extLst>
          </p:cNvPr>
          <p:cNvSpPr>
            <a:spLocks noGrp="1"/>
          </p:cNvSpPr>
          <p:nvPr>
            <p:ph type="pic" sz="quarter" idx="14"/>
          </p:nvPr>
        </p:nvSpPr>
        <p:spPr>
          <a:xfrm>
            <a:off x="6318504" y="777240"/>
            <a:ext cx="5202936" cy="5202936"/>
          </a:xfrm>
          <a:prstGeom prst="ellipse">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56569200-4B56-44C7-BE76-EE495EF22819}"/>
              </a:ext>
            </a:extLst>
          </p:cNvPr>
          <p:cNvSpPr>
            <a:spLocks noGrp="1"/>
          </p:cNvSpPr>
          <p:nvPr>
            <p:ph type="title" hasCustomPrompt="1"/>
          </p:nvPr>
        </p:nvSpPr>
        <p:spPr>
          <a:xfrm>
            <a:off x="905256" y="4334256"/>
            <a:ext cx="2914991" cy="1325563"/>
          </a:xfrm>
        </p:spPr>
        <p:txBody>
          <a:bodyPr/>
          <a:lstStyle>
            <a:lvl1pPr algn="r">
              <a:defRPr baseline="0">
                <a:solidFill>
                  <a:schemeClr val="bg1"/>
                </a:solidFill>
                <a:effectLst/>
              </a:defRPr>
            </a:lvl1pPr>
          </a:lstStyle>
          <a:p>
            <a:r>
              <a:rPr lang="en-US" dirty="0"/>
              <a:t>10th Month</a:t>
            </a:r>
          </a:p>
        </p:txBody>
      </p:sp>
      <p:sp>
        <p:nvSpPr>
          <p:cNvPr id="4" name="Date Placeholder 3">
            <a:extLst>
              <a:ext uri="{FF2B5EF4-FFF2-40B4-BE49-F238E27FC236}">
                <a16:creationId xmlns:a16="http://schemas.microsoft.com/office/drawing/2014/main" id="{847A4CC3-9CF3-4BC4-869B-BC9E075241D5}"/>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5" name="Footer Placeholder 4">
            <a:extLst>
              <a:ext uri="{FF2B5EF4-FFF2-40B4-BE49-F238E27FC236}">
                <a16:creationId xmlns:a16="http://schemas.microsoft.com/office/drawing/2014/main" id="{4678A5C8-7868-450A-AD77-66FEFB7A31D3}"/>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3087F76C-2AE9-42CA-8ABB-8F58A8B188F1}"/>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23" name="Text Placeholder 14">
            <a:extLst>
              <a:ext uri="{FF2B5EF4-FFF2-40B4-BE49-F238E27FC236}">
                <a16:creationId xmlns:a16="http://schemas.microsoft.com/office/drawing/2014/main" id="{18B2DEC3-D259-45E7-9A7E-B74BB5565ED2}"/>
              </a:ext>
            </a:extLst>
          </p:cNvPr>
          <p:cNvSpPr>
            <a:spLocks noGrp="1"/>
          </p:cNvSpPr>
          <p:nvPr>
            <p:ph type="body" sz="quarter" idx="17" hasCustomPrompt="1"/>
          </p:nvPr>
        </p:nvSpPr>
        <p:spPr>
          <a:xfrm>
            <a:off x="932688" y="5833872"/>
            <a:ext cx="2881767" cy="1019249"/>
          </a:xfrm>
        </p:spPr>
        <p:txBody>
          <a:bodyPr>
            <a:normAutofit/>
          </a:bodyPr>
          <a:lstStyle>
            <a:lvl1pPr marL="0" indent="0" algn="r">
              <a:lnSpc>
                <a:spcPct val="114000"/>
              </a:lnSpc>
              <a:spcBef>
                <a:spcPts val="0"/>
              </a:spcBef>
              <a:buNone/>
              <a:defRPr sz="2500" spc="50" baseline="0">
                <a:solidFill>
                  <a:schemeClr val="bg1"/>
                </a:solidFill>
                <a:effectLst/>
              </a:defRPr>
            </a:lvl1pPr>
          </a:lstStyle>
          <a:p>
            <a:pPr lvl="0"/>
            <a:r>
              <a:rPr lang="en-US" dirty="0"/>
              <a:t>Lorem Ipsum Dolor Sit</a:t>
            </a:r>
          </a:p>
        </p:txBody>
      </p:sp>
      <p:sp>
        <p:nvSpPr>
          <p:cNvPr id="25" name="Picture Placeholder 24">
            <a:extLst>
              <a:ext uri="{FF2B5EF4-FFF2-40B4-BE49-F238E27FC236}">
                <a16:creationId xmlns:a16="http://schemas.microsoft.com/office/drawing/2014/main" id="{2A78E3EE-555C-422D-B7F9-EA24F1BAF679}"/>
              </a:ext>
            </a:extLst>
          </p:cNvPr>
          <p:cNvSpPr>
            <a:spLocks noGrp="1" noChangeAspect="1"/>
          </p:cNvSpPr>
          <p:nvPr>
            <p:ph type="pic" sz="quarter" idx="18"/>
          </p:nvPr>
        </p:nvSpPr>
        <p:spPr>
          <a:xfrm>
            <a:off x="786384" y="2459736"/>
            <a:ext cx="1575583" cy="1572768"/>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6" name="Picture Placeholder 25">
            <a:extLst>
              <a:ext uri="{FF2B5EF4-FFF2-40B4-BE49-F238E27FC236}">
                <a16:creationId xmlns:a16="http://schemas.microsoft.com/office/drawing/2014/main" id="{FAAD8576-4E8B-473C-A9F2-19E0A00994F7}"/>
              </a:ext>
            </a:extLst>
          </p:cNvPr>
          <p:cNvSpPr>
            <a:spLocks noGrp="1" noChangeAspect="1"/>
          </p:cNvSpPr>
          <p:nvPr>
            <p:ph type="pic" sz="quarter" idx="19"/>
          </p:nvPr>
        </p:nvSpPr>
        <p:spPr>
          <a:xfrm>
            <a:off x="2715768" y="777240"/>
            <a:ext cx="3068723" cy="3063240"/>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7" name="Picture Placeholder 26">
            <a:extLst>
              <a:ext uri="{FF2B5EF4-FFF2-40B4-BE49-F238E27FC236}">
                <a16:creationId xmlns:a16="http://schemas.microsoft.com/office/drawing/2014/main" id="{12DF910E-F574-447B-B3D3-0A761B4EB8C9}"/>
              </a:ext>
            </a:extLst>
          </p:cNvPr>
          <p:cNvSpPr>
            <a:spLocks noGrp="1" noChangeAspect="1"/>
          </p:cNvSpPr>
          <p:nvPr>
            <p:ph type="pic" sz="quarter" idx="20"/>
          </p:nvPr>
        </p:nvSpPr>
        <p:spPr>
          <a:xfrm>
            <a:off x="4581144" y="3813048"/>
            <a:ext cx="2409176" cy="2404872"/>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12714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Vertical Text">
    <p:bg>
      <p:bgPr>
        <a:gradFill>
          <a:gsLst>
            <a:gs pos="0">
              <a:schemeClr val="accent2"/>
            </a:gs>
            <a:gs pos="84000">
              <a:schemeClr val="accent5">
                <a:lumMod val="75000"/>
              </a:schemeClr>
            </a:gs>
          </a:gsLst>
          <a:lin ang="2700000" scaled="1"/>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CCCCD01B-490D-4F3F-B34B-059EC2B80668}"/>
              </a:ext>
            </a:extLst>
          </p:cNvPr>
          <p:cNvGrpSpPr/>
          <p:nvPr userDrawn="1"/>
        </p:nvGrpSpPr>
        <p:grpSpPr>
          <a:xfrm>
            <a:off x="359344" y="184651"/>
            <a:ext cx="11524164" cy="6283315"/>
            <a:chOff x="359344" y="184651"/>
            <a:chExt cx="11524164" cy="6283315"/>
          </a:xfrm>
          <a:solidFill>
            <a:schemeClr val="bg1">
              <a:alpha val="16006"/>
            </a:schemeClr>
          </a:solidFill>
        </p:grpSpPr>
        <p:pic>
          <p:nvPicPr>
            <p:cNvPr id="11" name="Graphic 10">
              <a:extLst>
                <a:ext uri="{FF2B5EF4-FFF2-40B4-BE49-F238E27FC236}">
                  <a16:creationId xmlns:a16="http://schemas.microsoft.com/office/drawing/2014/main" id="{0669EBD2-1035-4C38-8422-4F3A988DE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1251" y="254748"/>
              <a:ext cx="2855876" cy="6156000"/>
            </a:xfrm>
            <a:prstGeom prst="rect">
              <a:avLst/>
            </a:prstGeom>
          </p:spPr>
        </p:pic>
        <p:pic>
          <p:nvPicPr>
            <p:cNvPr id="14" name="Graphic 13">
              <a:extLst>
                <a:ext uri="{FF2B5EF4-FFF2-40B4-BE49-F238E27FC236}">
                  <a16:creationId xmlns:a16="http://schemas.microsoft.com/office/drawing/2014/main" id="{4AF36804-0D46-44B4-B63E-FE01467B75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0023" y="184651"/>
              <a:ext cx="11387179" cy="6271200"/>
            </a:xfrm>
            <a:prstGeom prst="rect">
              <a:avLst/>
            </a:prstGeom>
          </p:spPr>
        </p:pic>
        <p:pic>
          <p:nvPicPr>
            <p:cNvPr id="15" name="Graphic 14">
              <a:extLst>
                <a:ext uri="{FF2B5EF4-FFF2-40B4-BE49-F238E27FC236}">
                  <a16:creationId xmlns:a16="http://schemas.microsoft.com/office/drawing/2014/main" id="{0BBAEFA2-86F2-4D56-9D84-34342C95FDD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27183" y="380993"/>
              <a:ext cx="4358738" cy="5947200"/>
            </a:xfrm>
            <a:prstGeom prst="rect">
              <a:avLst/>
            </a:prstGeom>
          </p:spPr>
        </p:pic>
        <p:pic>
          <p:nvPicPr>
            <p:cNvPr id="16" name="Graphic 15">
              <a:extLst>
                <a:ext uri="{FF2B5EF4-FFF2-40B4-BE49-F238E27FC236}">
                  <a16:creationId xmlns:a16="http://schemas.microsoft.com/office/drawing/2014/main" id="{625D5ED6-A8CE-495D-A5EB-509B36EE5F6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20864" y="469509"/>
              <a:ext cx="1180553" cy="3884400"/>
            </a:xfrm>
            <a:prstGeom prst="rect">
              <a:avLst/>
            </a:prstGeom>
          </p:spPr>
        </p:pic>
        <p:pic>
          <p:nvPicPr>
            <p:cNvPr id="17" name="Graphic 16">
              <a:extLst>
                <a:ext uri="{FF2B5EF4-FFF2-40B4-BE49-F238E27FC236}">
                  <a16:creationId xmlns:a16="http://schemas.microsoft.com/office/drawing/2014/main" id="{A8E497AE-4726-4301-927D-F14FF1DC071D}"/>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784401" y="268766"/>
              <a:ext cx="10099107" cy="6199200"/>
            </a:xfrm>
            <a:prstGeom prst="rect">
              <a:avLst/>
            </a:prstGeom>
          </p:spPr>
        </p:pic>
        <p:pic>
          <p:nvPicPr>
            <p:cNvPr id="18" name="Graphic 17">
              <a:extLst>
                <a:ext uri="{FF2B5EF4-FFF2-40B4-BE49-F238E27FC236}">
                  <a16:creationId xmlns:a16="http://schemas.microsoft.com/office/drawing/2014/main" id="{98789768-A6B3-4619-91B5-48717A86D7E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59344" y="2125327"/>
              <a:ext cx="144000" cy="144000"/>
            </a:xfrm>
            <a:prstGeom prst="rect">
              <a:avLst/>
            </a:prstGeom>
          </p:spPr>
        </p:pic>
      </p:grpSp>
      <p:sp>
        <p:nvSpPr>
          <p:cNvPr id="20" name="Picture Placeholder 19">
            <a:extLst>
              <a:ext uri="{FF2B5EF4-FFF2-40B4-BE49-F238E27FC236}">
                <a16:creationId xmlns:a16="http://schemas.microsoft.com/office/drawing/2014/main" id="{31150079-C6AE-4380-B8F8-F9ABE614B93A}"/>
              </a:ext>
            </a:extLst>
          </p:cNvPr>
          <p:cNvSpPr>
            <a:spLocks noGrp="1"/>
          </p:cNvSpPr>
          <p:nvPr>
            <p:ph type="pic" sz="quarter" idx="14"/>
          </p:nvPr>
        </p:nvSpPr>
        <p:spPr>
          <a:xfrm>
            <a:off x="682991" y="859092"/>
            <a:ext cx="10826019" cy="4331411"/>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47A4CC3-9CF3-4BC4-869B-BC9E075241D5}"/>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5" name="Footer Placeholder 4">
            <a:extLst>
              <a:ext uri="{FF2B5EF4-FFF2-40B4-BE49-F238E27FC236}">
                <a16:creationId xmlns:a16="http://schemas.microsoft.com/office/drawing/2014/main" id="{4678A5C8-7868-450A-AD77-66FEFB7A31D3}"/>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3087F76C-2AE9-42CA-8ABB-8F58A8B188F1}"/>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23" name="Text Placeholder 14">
            <a:extLst>
              <a:ext uri="{FF2B5EF4-FFF2-40B4-BE49-F238E27FC236}">
                <a16:creationId xmlns:a16="http://schemas.microsoft.com/office/drawing/2014/main" id="{18B2DEC3-D259-45E7-9A7E-B74BB5565ED2}"/>
              </a:ext>
            </a:extLst>
          </p:cNvPr>
          <p:cNvSpPr>
            <a:spLocks noGrp="1"/>
          </p:cNvSpPr>
          <p:nvPr>
            <p:ph type="body" sz="quarter" idx="17" hasCustomPrompt="1"/>
          </p:nvPr>
        </p:nvSpPr>
        <p:spPr>
          <a:xfrm>
            <a:off x="8750808" y="5559552"/>
            <a:ext cx="2881767" cy="1019249"/>
          </a:xfrm>
        </p:spPr>
        <p:txBody>
          <a:bodyPr anchor="ctr">
            <a:normAutofit/>
          </a:bodyPr>
          <a:lstStyle>
            <a:lvl1pPr marL="0" indent="0" algn="r">
              <a:lnSpc>
                <a:spcPct val="114000"/>
              </a:lnSpc>
              <a:spcBef>
                <a:spcPts val="0"/>
              </a:spcBef>
              <a:buNone/>
              <a:defRPr sz="2500" spc="50" baseline="0">
                <a:solidFill>
                  <a:schemeClr val="bg1"/>
                </a:solidFill>
                <a:effectLst/>
              </a:defRPr>
            </a:lvl1pPr>
          </a:lstStyle>
          <a:p>
            <a:pPr lvl="0"/>
            <a:r>
              <a:rPr lang="en-US" dirty="0"/>
              <a:t>Lorem Ipsum Dolor Sit</a:t>
            </a:r>
          </a:p>
        </p:txBody>
      </p:sp>
      <p:sp>
        <p:nvSpPr>
          <p:cNvPr id="21" name="Title 1">
            <a:extLst>
              <a:ext uri="{FF2B5EF4-FFF2-40B4-BE49-F238E27FC236}">
                <a16:creationId xmlns:a16="http://schemas.microsoft.com/office/drawing/2014/main" id="{969C291A-AD95-0245-BA1D-DD760C977F4E}"/>
              </a:ext>
            </a:extLst>
          </p:cNvPr>
          <p:cNvSpPr>
            <a:spLocks noGrp="1"/>
          </p:cNvSpPr>
          <p:nvPr>
            <p:ph type="title" hasCustomPrompt="1"/>
          </p:nvPr>
        </p:nvSpPr>
        <p:spPr>
          <a:xfrm>
            <a:off x="548271" y="5316319"/>
            <a:ext cx="4679617" cy="1325563"/>
          </a:xfrm>
        </p:spPr>
        <p:txBody>
          <a:bodyPr/>
          <a:lstStyle>
            <a:lvl1pPr algn="l">
              <a:defRPr baseline="0">
                <a:solidFill>
                  <a:schemeClr val="bg1"/>
                </a:solidFill>
                <a:effectLst/>
              </a:defRPr>
            </a:lvl1pPr>
          </a:lstStyle>
          <a:p>
            <a:r>
              <a:rPr lang="en-US"/>
              <a:t>11th Month</a:t>
            </a:r>
          </a:p>
        </p:txBody>
      </p:sp>
    </p:spTree>
    <p:extLst>
      <p:ext uri="{BB962C8B-B14F-4D97-AF65-F5344CB8AC3E}">
        <p14:creationId xmlns:p14="http://schemas.microsoft.com/office/powerpoint/2010/main" val="39159424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Vertical Text">
    <p:bg>
      <p:bgPr>
        <a:gradFill flip="none" rotWithShape="1">
          <a:gsLst>
            <a:gs pos="82000">
              <a:schemeClr val="accent1"/>
            </a:gs>
            <a:gs pos="0">
              <a:schemeClr val="accent5"/>
            </a:gs>
          </a:gsLst>
          <a:lin ang="8100000" scaled="1"/>
          <a:tileRect/>
        </a:gra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109E4FCE-4D16-429B-943E-A6B3E1C9FA1B}"/>
              </a:ext>
            </a:extLst>
          </p:cNvPr>
          <p:cNvGrpSpPr/>
          <p:nvPr userDrawn="1"/>
        </p:nvGrpSpPr>
        <p:grpSpPr>
          <a:xfrm>
            <a:off x="232073" y="293318"/>
            <a:ext cx="11593374" cy="6229552"/>
            <a:chOff x="232073" y="293318"/>
            <a:chExt cx="11593374" cy="6229552"/>
          </a:xfrm>
        </p:grpSpPr>
        <p:pic>
          <p:nvPicPr>
            <p:cNvPr id="10" name="Graphic 9">
              <a:extLst>
                <a:ext uri="{FF2B5EF4-FFF2-40B4-BE49-F238E27FC236}">
                  <a16:creationId xmlns:a16="http://schemas.microsoft.com/office/drawing/2014/main" id="{94556B1E-8FB8-4605-9F61-EC90EB79A1B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2073" y="293318"/>
              <a:ext cx="11593374" cy="6127200"/>
            </a:xfrm>
            <a:prstGeom prst="rect">
              <a:avLst/>
            </a:prstGeom>
          </p:spPr>
        </p:pic>
        <p:pic>
          <p:nvPicPr>
            <p:cNvPr id="12" name="Graphic 11">
              <a:extLst>
                <a:ext uri="{FF2B5EF4-FFF2-40B4-BE49-F238E27FC236}">
                  <a16:creationId xmlns:a16="http://schemas.microsoft.com/office/drawing/2014/main" id="{CB2C9F81-53BA-491A-86CC-E487FC29142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48877" y="3526821"/>
              <a:ext cx="6246000" cy="2996049"/>
            </a:xfrm>
            <a:prstGeom prst="rect">
              <a:avLst/>
            </a:prstGeom>
          </p:spPr>
        </p:pic>
        <p:pic>
          <p:nvPicPr>
            <p:cNvPr id="13" name="Graphic 12">
              <a:extLst>
                <a:ext uri="{FF2B5EF4-FFF2-40B4-BE49-F238E27FC236}">
                  <a16:creationId xmlns:a16="http://schemas.microsoft.com/office/drawing/2014/main" id="{E6F9022F-9D48-4ECD-8425-93DCDB21224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375813" y="520667"/>
              <a:ext cx="7938039" cy="5893200"/>
            </a:xfrm>
            <a:prstGeom prst="rect">
              <a:avLst/>
            </a:prstGeom>
          </p:spPr>
        </p:pic>
        <p:pic>
          <p:nvPicPr>
            <p:cNvPr id="27" name="Graphic 26">
              <a:extLst>
                <a:ext uri="{FF2B5EF4-FFF2-40B4-BE49-F238E27FC236}">
                  <a16:creationId xmlns:a16="http://schemas.microsoft.com/office/drawing/2014/main" id="{FE10765A-FD00-4D96-8F8A-947A674C9A2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674464" y="475200"/>
              <a:ext cx="6352258" cy="5907600"/>
            </a:xfrm>
            <a:prstGeom prst="rect">
              <a:avLst/>
            </a:prstGeom>
          </p:spPr>
        </p:pic>
        <p:pic>
          <p:nvPicPr>
            <p:cNvPr id="28" name="Graphic 27">
              <a:extLst>
                <a:ext uri="{FF2B5EF4-FFF2-40B4-BE49-F238E27FC236}">
                  <a16:creationId xmlns:a16="http://schemas.microsoft.com/office/drawing/2014/main" id="{F7CCE647-265B-4ECE-B704-428E97712DE5}"/>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148390" y="607345"/>
              <a:ext cx="7280509" cy="5720400"/>
            </a:xfrm>
            <a:prstGeom prst="rect">
              <a:avLst/>
            </a:prstGeom>
          </p:spPr>
        </p:pic>
        <p:pic>
          <p:nvPicPr>
            <p:cNvPr id="29" name="Graphic 28">
              <a:extLst>
                <a:ext uri="{FF2B5EF4-FFF2-40B4-BE49-F238E27FC236}">
                  <a16:creationId xmlns:a16="http://schemas.microsoft.com/office/drawing/2014/main" id="{83D605B8-0035-4AE5-9086-5B983D62B0D3}"/>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823192" y="652933"/>
              <a:ext cx="1648884" cy="1090800"/>
            </a:xfrm>
            <a:prstGeom prst="rect">
              <a:avLst/>
            </a:prstGeom>
          </p:spPr>
        </p:pic>
        <p:pic>
          <p:nvPicPr>
            <p:cNvPr id="30" name="Graphic 29">
              <a:extLst>
                <a:ext uri="{FF2B5EF4-FFF2-40B4-BE49-F238E27FC236}">
                  <a16:creationId xmlns:a16="http://schemas.microsoft.com/office/drawing/2014/main" id="{20F4FD87-4448-48A3-9CAA-BFAFE31E0808}"/>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8642684" y="375240"/>
              <a:ext cx="108000" cy="108000"/>
            </a:xfrm>
            <a:prstGeom prst="rect">
              <a:avLst/>
            </a:prstGeom>
          </p:spPr>
        </p:pic>
      </p:grpSp>
      <p:sp>
        <p:nvSpPr>
          <p:cNvPr id="2" name="Title 1">
            <a:extLst>
              <a:ext uri="{FF2B5EF4-FFF2-40B4-BE49-F238E27FC236}">
                <a16:creationId xmlns:a16="http://schemas.microsoft.com/office/drawing/2014/main" id="{56569200-4B56-44C7-BE76-EE495EF22819}"/>
              </a:ext>
            </a:extLst>
          </p:cNvPr>
          <p:cNvSpPr>
            <a:spLocks noGrp="1"/>
          </p:cNvSpPr>
          <p:nvPr>
            <p:ph type="title" hasCustomPrompt="1"/>
          </p:nvPr>
        </p:nvSpPr>
        <p:spPr>
          <a:xfrm>
            <a:off x="8940668" y="2264424"/>
            <a:ext cx="3003217" cy="1325563"/>
          </a:xfrm>
        </p:spPr>
        <p:txBody>
          <a:bodyPr/>
          <a:lstStyle>
            <a:lvl1pPr algn="l">
              <a:defRPr baseline="0">
                <a:solidFill>
                  <a:schemeClr val="bg1"/>
                </a:solidFill>
                <a:effectLst/>
              </a:defRPr>
            </a:lvl1pPr>
          </a:lstStyle>
          <a:p>
            <a:r>
              <a:rPr lang="en-US"/>
              <a:t>12th Month</a:t>
            </a:r>
          </a:p>
        </p:txBody>
      </p:sp>
      <p:sp>
        <p:nvSpPr>
          <p:cNvPr id="4" name="Date Placeholder 3">
            <a:extLst>
              <a:ext uri="{FF2B5EF4-FFF2-40B4-BE49-F238E27FC236}">
                <a16:creationId xmlns:a16="http://schemas.microsoft.com/office/drawing/2014/main" id="{847A4CC3-9CF3-4BC4-869B-BC9E075241D5}"/>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9/27/25</a:t>
            </a:fld>
            <a:endParaRPr lang="en-US" dirty="0"/>
          </a:p>
        </p:txBody>
      </p:sp>
      <p:sp>
        <p:nvSpPr>
          <p:cNvPr id="5" name="Footer Placeholder 4">
            <a:extLst>
              <a:ext uri="{FF2B5EF4-FFF2-40B4-BE49-F238E27FC236}">
                <a16:creationId xmlns:a16="http://schemas.microsoft.com/office/drawing/2014/main" id="{4678A5C8-7868-450A-AD77-66FEFB7A31D3}"/>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3087F76C-2AE9-42CA-8ABB-8F58A8B188F1}"/>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23" name="Text Placeholder 14">
            <a:extLst>
              <a:ext uri="{FF2B5EF4-FFF2-40B4-BE49-F238E27FC236}">
                <a16:creationId xmlns:a16="http://schemas.microsoft.com/office/drawing/2014/main" id="{18B2DEC3-D259-45E7-9A7E-B74BB5565ED2}"/>
              </a:ext>
            </a:extLst>
          </p:cNvPr>
          <p:cNvSpPr>
            <a:spLocks noGrp="1"/>
          </p:cNvSpPr>
          <p:nvPr>
            <p:ph type="body" sz="quarter" idx="17" hasCustomPrompt="1"/>
          </p:nvPr>
        </p:nvSpPr>
        <p:spPr>
          <a:xfrm>
            <a:off x="8961120" y="3785616"/>
            <a:ext cx="2881767" cy="1019249"/>
          </a:xfrm>
        </p:spPr>
        <p:txBody>
          <a:bodyPr>
            <a:normAutofit/>
          </a:bodyPr>
          <a:lstStyle>
            <a:lvl1pPr marL="0" indent="0" algn="l">
              <a:lnSpc>
                <a:spcPct val="114000"/>
              </a:lnSpc>
              <a:spcBef>
                <a:spcPts val="0"/>
              </a:spcBef>
              <a:buNone/>
              <a:defRPr sz="2500" spc="50" baseline="0">
                <a:solidFill>
                  <a:schemeClr val="bg1"/>
                </a:solidFill>
                <a:effectLst/>
              </a:defRPr>
            </a:lvl1pPr>
          </a:lstStyle>
          <a:p>
            <a:pPr lvl="0"/>
            <a:r>
              <a:rPr lang="en-US" dirty="0"/>
              <a:t>Lorem Ipsum Dolor Sit</a:t>
            </a:r>
          </a:p>
        </p:txBody>
      </p:sp>
      <p:sp>
        <p:nvSpPr>
          <p:cNvPr id="22" name="Picture Placeholder 21">
            <a:extLst>
              <a:ext uri="{FF2B5EF4-FFF2-40B4-BE49-F238E27FC236}">
                <a16:creationId xmlns:a16="http://schemas.microsoft.com/office/drawing/2014/main" id="{DFA70087-9540-496D-AA8A-F5B08E0AF371}"/>
              </a:ext>
            </a:extLst>
          </p:cNvPr>
          <p:cNvSpPr>
            <a:spLocks noGrp="1"/>
          </p:cNvSpPr>
          <p:nvPr>
            <p:ph type="pic" sz="quarter" idx="14"/>
          </p:nvPr>
        </p:nvSpPr>
        <p:spPr>
          <a:xfrm>
            <a:off x="716859" y="859093"/>
            <a:ext cx="7436541" cy="5111496"/>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4" name="Picture Placeholder 23">
            <a:extLst>
              <a:ext uri="{FF2B5EF4-FFF2-40B4-BE49-F238E27FC236}">
                <a16:creationId xmlns:a16="http://schemas.microsoft.com/office/drawing/2014/main" id="{4D75BD4A-D07A-4DBF-9CA9-2A4E2BEC88A0}"/>
              </a:ext>
            </a:extLst>
          </p:cNvPr>
          <p:cNvSpPr>
            <a:spLocks noGrp="1"/>
          </p:cNvSpPr>
          <p:nvPr>
            <p:ph type="pic" sz="quarter" idx="18"/>
          </p:nvPr>
        </p:nvSpPr>
        <p:spPr>
          <a:xfrm>
            <a:off x="6260999" y="483240"/>
            <a:ext cx="2505456" cy="2509200"/>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8972322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Quote 5">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EE128E1-0CDA-47A1-D35D-9C25479EF62C}"/>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8" name="Rectangle 7">
              <a:extLst>
                <a:ext uri="{FF2B5EF4-FFF2-40B4-BE49-F238E27FC236}">
                  <a16:creationId xmlns:a16="http://schemas.microsoft.com/office/drawing/2014/main" id="{D619BAD8-E856-5A54-5FB5-85E6CAC4E304}"/>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3FCF455-BD54-50B4-8076-41DC7D47954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1A753856-64E9-57B8-BA9A-9192CD4E9455}"/>
              </a:ext>
              <a:ext uri="{C183D7F6-B498-43B3-948B-1728B52AA6E4}">
                <adec:decorative xmlns:adec="http://schemas.microsoft.com/office/drawing/2017/decorative" val="1"/>
              </a:ext>
            </a:extLst>
          </p:cNvPr>
          <p:cNvGrpSpPr/>
          <p:nvPr userDrawn="1"/>
        </p:nvGrpSpPr>
        <p:grpSpPr>
          <a:xfrm rot="10800000">
            <a:off x="0" y="1"/>
            <a:ext cx="12188952" cy="123363"/>
            <a:chOff x="-5025" y="6737718"/>
            <a:chExt cx="12207200" cy="123363"/>
          </a:xfrm>
        </p:grpSpPr>
        <p:sp>
          <p:nvSpPr>
            <p:cNvPr id="11" name="Rectangle 10">
              <a:extLst>
                <a:ext uri="{FF2B5EF4-FFF2-40B4-BE49-F238E27FC236}">
                  <a16:creationId xmlns:a16="http://schemas.microsoft.com/office/drawing/2014/main" id="{E9BB5D38-3664-8477-8F8A-91B17B1EE50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F4A8525-6EB9-D4F1-AB1C-1F0B1952FC3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92984"/>
            <a:ext cx="9317736" cy="3785616"/>
          </a:xfrm>
        </p:spPr>
        <p:txBody>
          <a:bodyPr anchor="b">
            <a:normAutofit/>
          </a:bodyPr>
          <a:lstStyle>
            <a:lvl1pPr algn="l">
              <a:lnSpc>
                <a:spcPct val="100000"/>
              </a:lnSpc>
              <a:defRPr sz="4800">
                <a:solidFill>
                  <a:schemeClr val="tx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78600"/>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430768" y="6318504"/>
            <a:ext cx="3136392" cy="365760"/>
          </a:xfrm>
          <a:prstGeom prst="rect">
            <a:avLst/>
          </a:prstGeom>
        </p:spPr>
        <p:txBody>
          <a:bodyPr/>
          <a:lstStyle>
            <a:lvl1pPr>
              <a:defRPr>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www.3aayaam.in</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53468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31C3DD-C57B-4348-9F13-E6878EEE36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D140649B-A03C-4FF0-9513-E8F61D459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6C5177F-81CA-42DC-8AF5-691DA37EE3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venir" panose="02000503020000020003" pitchFamily="2" charset="0"/>
              </a:defRPr>
            </a:lvl1pPr>
          </a:lstStyle>
          <a:p>
            <a:fld id="{1AE79C76-63EB-410C-B7D1-E9EDFD942730}" type="datetimeFigureOut">
              <a:rPr lang="en-US" smtClean="0"/>
              <a:pPr/>
              <a:t>9/27/25</a:t>
            </a:fld>
            <a:endParaRPr lang="en-US" dirty="0"/>
          </a:p>
        </p:txBody>
      </p:sp>
      <p:sp>
        <p:nvSpPr>
          <p:cNvPr id="5" name="Footer Placeholder 4">
            <a:extLst>
              <a:ext uri="{FF2B5EF4-FFF2-40B4-BE49-F238E27FC236}">
                <a16:creationId xmlns:a16="http://schemas.microsoft.com/office/drawing/2014/main" id="{231F8DBA-7954-4F4A-AF00-E0521C49D5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venir" panose="02000503020000020003" pitchFamily="2" charset="0"/>
              </a:defRPr>
            </a:lvl1pPr>
          </a:lstStyle>
          <a:p>
            <a:endParaRPr lang="en-US" dirty="0"/>
          </a:p>
        </p:txBody>
      </p:sp>
      <p:sp>
        <p:nvSpPr>
          <p:cNvPr id="6" name="Slide Number Placeholder 5">
            <a:extLst>
              <a:ext uri="{FF2B5EF4-FFF2-40B4-BE49-F238E27FC236}">
                <a16:creationId xmlns:a16="http://schemas.microsoft.com/office/drawing/2014/main" id="{F2C9D787-7648-4928-A33C-7746CCE5AD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venir" panose="02000503020000020003" pitchFamily="2" charset="0"/>
              </a:defRPr>
            </a:lvl1pPr>
          </a:lstStyle>
          <a:p>
            <a:fld id="{CB7A94A6-63DE-4BAC-88F6-7A5821A40BD2}" type="slidenum">
              <a:rPr lang="en-US" smtClean="0"/>
              <a:pPr/>
              <a:t>‹#›</a:t>
            </a:fld>
            <a:endParaRPr lang="en-US" dirty="0"/>
          </a:p>
        </p:txBody>
      </p:sp>
    </p:spTree>
    <p:extLst>
      <p:ext uri="{BB962C8B-B14F-4D97-AF65-F5344CB8AC3E}">
        <p14:creationId xmlns:p14="http://schemas.microsoft.com/office/powerpoint/2010/main" val="1252000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6000" b="1" kern="1200">
          <a:solidFill>
            <a:schemeClr val="tx1"/>
          </a:solidFill>
          <a:latin typeface="Avenir" panose="02000503020000020003"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dsa/haversine-formula-to-find-distance-between-two-points-on-a-sphere/"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hyperlink" Target="https://www.omnicalculator.com/other/latitude-longitude-distanc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7E79"/>
            </a:gs>
            <a:gs pos="100000">
              <a:srgbClr val="0096FF"/>
            </a:gs>
          </a:gsLst>
          <a:lin ang="13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63F3A-5C39-4E18-948D-9E1A28B0F0D9}"/>
              </a:ext>
            </a:extLst>
          </p:cNvPr>
          <p:cNvSpPr>
            <a:spLocks noGrp="1"/>
          </p:cNvSpPr>
          <p:nvPr>
            <p:ph type="ctrTitle"/>
          </p:nvPr>
        </p:nvSpPr>
        <p:spPr>
          <a:xfrm>
            <a:off x="172277" y="1273631"/>
            <a:ext cx="11754679" cy="4239273"/>
          </a:xfrm>
          <a:solidFill>
            <a:schemeClr val="tx1">
              <a:lumMod val="85000"/>
              <a:lumOff val="15000"/>
              <a:alpha val="66000"/>
            </a:schemeClr>
          </a:solidFill>
        </p:spPr>
        <p:txBody>
          <a:bodyPr anchor="ctr"/>
          <a:lstStyle/>
          <a:p>
            <a:r>
              <a:rPr lang="en-US" sz="8800" dirty="0">
                <a:gradFill>
                  <a:gsLst>
                    <a:gs pos="0">
                      <a:srgbClr val="FFFC00"/>
                    </a:gs>
                    <a:gs pos="100000">
                      <a:srgbClr val="00FB92"/>
                    </a:gs>
                  </a:gsLst>
                  <a:lin ang="2700000" scaled="1"/>
                </a:gradFill>
              </a:rPr>
              <a:t>Project 9 – Vehicle Route Analysis</a:t>
            </a:r>
            <a:endParaRPr lang="en-US" dirty="0">
              <a:solidFill>
                <a:srgbClr val="FF7E79"/>
              </a:solidFill>
            </a:endParaRPr>
          </a:p>
        </p:txBody>
      </p:sp>
      <p:sp>
        <p:nvSpPr>
          <p:cNvPr id="3" name="Subtitle 2">
            <a:extLst>
              <a:ext uri="{FF2B5EF4-FFF2-40B4-BE49-F238E27FC236}">
                <a16:creationId xmlns:a16="http://schemas.microsoft.com/office/drawing/2014/main" id="{07C31A66-ADFA-4190-9AA2-A0C3DBF634D6}"/>
              </a:ext>
            </a:extLst>
          </p:cNvPr>
          <p:cNvSpPr>
            <a:spLocks noGrp="1"/>
          </p:cNvSpPr>
          <p:nvPr>
            <p:ph type="subTitle" idx="1"/>
          </p:nvPr>
        </p:nvSpPr>
        <p:spPr>
          <a:xfrm>
            <a:off x="1316382" y="4867025"/>
            <a:ext cx="9144000" cy="645879"/>
          </a:xfrm>
        </p:spPr>
        <p:txBody>
          <a:bodyPr/>
          <a:lstStyle/>
          <a:p>
            <a:r>
              <a:rPr lang="en-US" dirty="0"/>
              <a:t>www.3aayaam.in</a:t>
            </a:r>
          </a:p>
        </p:txBody>
      </p:sp>
    </p:spTree>
    <p:extLst>
      <p:ext uri="{BB962C8B-B14F-4D97-AF65-F5344CB8AC3E}">
        <p14:creationId xmlns:p14="http://schemas.microsoft.com/office/powerpoint/2010/main" val="3770333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000000"/>
        </a:solidFill>
        <a:effectLst/>
      </p:bgPr>
    </p:bg>
    <p:spTree>
      <p:nvGrpSpPr>
        <p:cNvPr id="1" name="">
          <a:extLst>
            <a:ext uri="{FF2B5EF4-FFF2-40B4-BE49-F238E27FC236}">
              <a16:creationId xmlns:a16="http://schemas.microsoft.com/office/drawing/2014/main" id="{6B9EE850-C4AC-4585-AF46-1E59DCC2440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C27578E-BDE5-7EE4-2616-C19D9866098C}"/>
              </a:ext>
            </a:extLst>
          </p:cNvPr>
          <p:cNvSpPr>
            <a:spLocks noGrp="1"/>
          </p:cNvSpPr>
          <p:nvPr>
            <p:ph type="ftr" sz="quarter" idx="11"/>
          </p:nvPr>
        </p:nvSpPr>
        <p:spPr/>
        <p:txBody>
          <a:bodyPr/>
          <a:lstStyle/>
          <a:p>
            <a:r>
              <a:rPr lang="en-US" sz="1400" dirty="0">
                <a:solidFill>
                  <a:schemeClr val="bg1"/>
                </a:solidFill>
              </a:rPr>
              <a:t>www.3aayaam.in</a:t>
            </a:r>
          </a:p>
        </p:txBody>
      </p:sp>
      <p:sp>
        <p:nvSpPr>
          <p:cNvPr id="6" name="Slide Number Placeholder 5">
            <a:extLst>
              <a:ext uri="{FF2B5EF4-FFF2-40B4-BE49-F238E27FC236}">
                <a16:creationId xmlns:a16="http://schemas.microsoft.com/office/drawing/2014/main" id="{DE8210BA-B640-6AE5-DBC0-A16C566E22A9}"/>
              </a:ext>
            </a:extLst>
          </p:cNvPr>
          <p:cNvSpPr>
            <a:spLocks noGrp="1"/>
          </p:cNvSpPr>
          <p:nvPr>
            <p:ph type="sldNum" sz="quarter" idx="12"/>
          </p:nvPr>
        </p:nvSpPr>
        <p:spPr/>
        <p:txBody>
          <a:bodyPr/>
          <a:lstStyle/>
          <a:p>
            <a:fld id="{CC057153-B650-4DEB-B370-79DDCFDCE934}" type="slidenum">
              <a:rPr lang="en-US" smtClean="0"/>
              <a:pPr/>
              <a:t>2</a:t>
            </a:fld>
            <a:endParaRPr lang="en-US" dirty="0"/>
          </a:p>
        </p:txBody>
      </p:sp>
      <p:sp>
        <p:nvSpPr>
          <p:cNvPr id="14" name="Title 1">
            <a:extLst>
              <a:ext uri="{FF2B5EF4-FFF2-40B4-BE49-F238E27FC236}">
                <a16:creationId xmlns:a16="http://schemas.microsoft.com/office/drawing/2014/main" id="{4D8AFC62-C2BC-6E7B-3715-5A97AA5131F6}"/>
              </a:ext>
            </a:extLst>
          </p:cNvPr>
          <p:cNvSpPr txBox="1">
            <a:spLocks noGrp="1" noRot="1" noMove="1" noResize="1" noEditPoints="1" noAdjustHandles="1" noChangeArrowheads="1" noChangeShapeType="1"/>
          </p:cNvSpPr>
          <p:nvPr/>
        </p:nvSpPr>
        <p:spPr>
          <a:xfrm>
            <a:off x="323890" y="330147"/>
            <a:ext cx="1087221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gradFill>
                  <a:gsLst>
                    <a:gs pos="0">
                      <a:srgbClr val="FF7E79"/>
                    </a:gs>
                    <a:gs pos="100000">
                      <a:srgbClr val="0096FF"/>
                    </a:gs>
                  </a:gsLst>
                  <a:lin ang="13800000" scaled="0"/>
                </a:gradFill>
              </a:rPr>
              <a:t>Vehicle Route Analysis</a:t>
            </a:r>
          </a:p>
        </p:txBody>
      </p:sp>
      <p:sp>
        <p:nvSpPr>
          <p:cNvPr id="27" name="TextBox 26">
            <a:extLst>
              <a:ext uri="{FF2B5EF4-FFF2-40B4-BE49-F238E27FC236}">
                <a16:creationId xmlns:a16="http://schemas.microsoft.com/office/drawing/2014/main" id="{B4CC510C-2210-7C5B-102D-AC901B291A65}"/>
              </a:ext>
            </a:extLst>
          </p:cNvPr>
          <p:cNvSpPr txBox="1"/>
          <p:nvPr/>
        </p:nvSpPr>
        <p:spPr>
          <a:xfrm>
            <a:off x="462986" y="1455821"/>
            <a:ext cx="11489527" cy="1754326"/>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2000" dirty="0">
                <a:solidFill>
                  <a:schemeClr val="bg1"/>
                </a:solidFill>
                <a:latin typeface="Avenir Book" panose="02000503020000020003" pitchFamily="2" charset="0"/>
              </a:rPr>
              <a:t>JSON Dataset Size (uncompressed) – 17.34 GB</a:t>
            </a:r>
          </a:p>
          <a:p>
            <a:pPr marL="285750" indent="-285750">
              <a:spcBef>
                <a:spcPts val="600"/>
              </a:spcBef>
              <a:spcAft>
                <a:spcPts val="600"/>
              </a:spcAft>
              <a:buFont typeface="Arial" panose="020B0604020202020204" pitchFamily="34" charset="0"/>
              <a:buChar char="•"/>
            </a:pPr>
            <a:r>
              <a:rPr lang="en-US" sz="2000" dirty="0">
                <a:solidFill>
                  <a:schemeClr val="bg1"/>
                </a:solidFill>
                <a:latin typeface="Avenir Book" panose="02000503020000020003" pitchFamily="2" charset="0"/>
              </a:rPr>
              <a:t>Total no. of files – 50 (1 for each vehicle).  </a:t>
            </a:r>
          </a:p>
          <a:p>
            <a:pPr marL="285750" indent="-285750">
              <a:spcBef>
                <a:spcPts val="600"/>
              </a:spcBef>
              <a:spcAft>
                <a:spcPts val="600"/>
              </a:spcAft>
              <a:buFont typeface="Arial" panose="020B0604020202020204" pitchFamily="34" charset="0"/>
              <a:buChar char="•"/>
            </a:pPr>
            <a:r>
              <a:rPr lang="en-US" sz="2000" dirty="0">
                <a:solidFill>
                  <a:schemeClr val="bg1"/>
                </a:solidFill>
                <a:latin typeface="Avenir Book" panose="02000503020000020003" pitchFamily="2" charset="0"/>
              </a:rPr>
              <a:t>Exercise for Python and PySpark Streaming.</a:t>
            </a:r>
          </a:p>
          <a:p>
            <a:pPr marL="285750" indent="-285750">
              <a:spcBef>
                <a:spcPts val="600"/>
              </a:spcBef>
              <a:spcAft>
                <a:spcPts val="600"/>
              </a:spcAft>
              <a:buFont typeface="Arial" panose="020B0604020202020204" pitchFamily="34" charset="0"/>
              <a:buChar char="•"/>
            </a:pPr>
            <a:endParaRPr lang="en-US" dirty="0">
              <a:solidFill>
                <a:schemeClr val="bg1"/>
              </a:solidFill>
              <a:latin typeface="Avenir Book" panose="02000503020000020003" pitchFamily="2" charset="0"/>
            </a:endParaRPr>
          </a:p>
        </p:txBody>
      </p:sp>
      <p:pic>
        <p:nvPicPr>
          <p:cNvPr id="1026" name="Picture 2" descr="Download HD Other Vehicles Icon - Truck Icon White Png Transparent PNG  Image - NicePNG.com">
            <a:extLst>
              <a:ext uri="{FF2B5EF4-FFF2-40B4-BE49-F238E27FC236}">
                <a16:creationId xmlns:a16="http://schemas.microsoft.com/office/drawing/2014/main" id="{30F7C514-AAB7-829E-AF8F-7939A06D7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922" y="3114992"/>
            <a:ext cx="838258" cy="530631"/>
          </a:xfrm>
          <a:prstGeom prst="rect">
            <a:avLst/>
          </a:prstGeom>
          <a:noFill/>
          <a:extLst>
            <a:ext uri="{909E8E84-426E-40DD-AFC4-6F175D3DCCD1}">
              <a14:hiddenFill xmlns:a14="http://schemas.microsoft.com/office/drawing/2010/main">
                <a:solidFill>
                  <a:srgbClr val="FFFFFF"/>
                </a:solidFill>
              </a14:hiddenFill>
            </a:ext>
          </a:extLst>
        </p:spPr>
      </p:pic>
      <p:sp>
        <p:nvSpPr>
          <p:cNvPr id="2" name="Rounded Rectangle 1">
            <a:extLst>
              <a:ext uri="{FF2B5EF4-FFF2-40B4-BE49-F238E27FC236}">
                <a16:creationId xmlns:a16="http://schemas.microsoft.com/office/drawing/2014/main" id="{FA36E379-00F7-EA25-A734-FD2B867560FB}"/>
              </a:ext>
            </a:extLst>
          </p:cNvPr>
          <p:cNvSpPr/>
          <p:nvPr/>
        </p:nvSpPr>
        <p:spPr>
          <a:xfrm>
            <a:off x="3445933" y="4322608"/>
            <a:ext cx="3124200" cy="546118"/>
          </a:xfrm>
          <a:prstGeom prst="round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vehicle-location-topic</a:t>
            </a:r>
          </a:p>
        </p:txBody>
      </p:sp>
      <p:pic>
        <p:nvPicPr>
          <p:cNvPr id="3" name="Picture 2" descr="Download HD Other Vehicles Icon - Truck Icon White Png Transparent PNG  Image - NicePNG.com">
            <a:extLst>
              <a:ext uri="{FF2B5EF4-FFF2-40B4-BE49-F238E27FC236}">
                <a16:creationId xmlns:a16="http://schemas.microsoft.com/office/drawing/2014/main" id="{D3969807-AFF7-0928-ED0B-CEB1E63D1A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922" y="3941135"/>
            <a:ext cx="838258" cy="5306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ownload HD Other Vehicles Icon - Truck Icon White Png Transparent PNG  Image - NicePNG.com">
            <a:extLst>
              <a:ext uri="{FF2B5EF4-FFF2-40B4-BE49-F238E27FC236}">
                <a16:creationId xmlns:a16="http://schemas.microsoft.com/office/drawing/2014/main" id="{A12981A9-9D34-A6BB-8F71-3BB7EA2D0D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922" y="4868726"/>
            <a:ext cx="838258" cy="53063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Download HD Other Vehicles Icon - Truck Icon White Png Transparent PNG  Image - NicePNG.com">
            <a:extLst>
              <a:ext uri="{FF2B5EF4-FFF2-40B4-BE49-F238E27FC236}">
                <a16:creationId xmlns:a16="http://schemas.microsoft.com/office/drawing/2014/main" id="{9016560A-036B-2889-A5B2-58F0000FE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922" y="5796317"/>
            <a:ext cx="838258" cy="530631"/>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3542AC79-7F43-8630-F944-883058B52389}"/>
              </a:ext>
            </a:extLst>
          </p:cNvPr>
          <p:cNvCxnSpPr>
            <a:stCxn id="1026" idx="3"/>
          </p:cNvCxnSpPr>
          <p:nvPr/>
        </p:nvCxnSpPr>
        <p:spPr>
          <a:xfrm>
            <a:off x="1768180" y="3380308"/>
            <a:ext cx="1677753" cy="942300"/>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FECC399-033B-93DB-1313-C6A6F3E19278}"/>
              </a:ext>
            </a:extLst>
          </p:cNvPr>
          <p:cNvCxnSpPr>
            <a:cxnSpLocks/>
            <a:stCxn id="3" idx="3"/>
          </p:cNvCxnSpPr>
          <p:nvPr/>
        </p:nvCxnSpPr>
        <p:spPr>
          <a:xfrm>
            <a:off x="1768180" y="4206451"/>
            <a:ext cx="1677753" cy="265315"/>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AAA265F-FE05-8877-D4D4-D1D6038AF74C}"/>
              </a:ext>
            </a:extLst>
          </p:cNvPr>
          <p:cNvCxnSpPr>
            <a:cxnSpLocks/>
            <a:stCxn id="4" idx="3"/>
          </p:cNvCxnSpPr>
          <p:nvPr/>
        </p:nvCxnSpPr>
        <p:spPr>
          <a:xfrm flipV="1">
            <a:off x="1768180" y="4719568"/>
            <a:ext cx="1677753" cy="414474"/>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4742E3A-807A-396C-D783-5FDB93698713}"/>
              </a:ext>
            </a:extLst>
          </p:cNvPr>
          <p:cNvCxnSpPr>
            <a:cxnSpLocks/>
            <a:stCxn id="7" idx="3"/>
          </p:cNvCxnSpPr>
          <p:nvPr/>
        </p:nvCxnSpPr>
        <p:spPr>
          <a:xfrm flipV="1">
            <a:off x="1768180" y="4883436"/>
            <a:ext cx="1677753" cy="1178197"/>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E608DE6D-F11F-1EB1-0D7C-34FE9FC198F2}"/>
              </a:ext>
            </a:extLst>
          </p:cNvPr>
          <p:cNvSpPr/>
          <p:nvPr/>
        </p:nvSpPr>
        <p:spPr>
          <a:xfrm>
            <a:off x="7825374" y="3909446"/>
            <a:ext cx="1584679" cy="1364643"/>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Real Time Analytics</a:t>
            </a:r>
          </a:p>
          <a:p>
            <a:pPr algn="ctr"/>
            <a:r>
              <a:rPr lang="en-US" dirty="0">
                <a:latin typeface="Avenir Book" panose="02000503020000020003" pitchFamily="2" charset="0"/>
              </a:rPr>
              <a:t>(Spark Streaming)</a:t>
            </a:r>
          </a:p>
        </p:txBody>
      </p:sp>
      <p:cxnSp>
        <p:nvCxnSpPr>
          <p:cNvPr id="21" name="Straight Arrow Connector 20">
            <a:extLst>
              <a:ext uri="{FF2B5EF4-FFF2-40B4-BE49-F238E27FC236}">
                <a16:creationId xmlns:a16="http://schemas.microsoft.com/office/drawing/2014/main" id="{5DE84725-8BCF-5B3C-B78E-C5CE14527705}"/>
              </a:ext>
            </a:extLst>
          </p:cNvPr>
          <p:cNvCxnSpPr>
            <a:cxnSpLocks/>
            <a:stCxn id="2" idx="3"/>
            <a:endCxn id="20" idx="1"/>
          </p:cNvCxnSpPr>
          <p:nvPr/>
        </p:nvCxnSpPr>
        <p:spPr>
          <a:xfrm flipV="1">
            <a:off x="6570133" y="4591768"/>
            <a:ext cx="1255241" cy="3899"/>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CA76A94-4E72-FE19-4CEF-CCD827645C93}"/>
              </a:ext>
            </a:extLst>
          </p:cNvPr>
          <p:cNvSpPr/>
          <p:nvPr/>
        </p:nvSpPr>
        <p:spPr>
          <a:xfrm>
            <a:off x="10295467" y="3941135"/>
            <a:ext cx="1275644" cy="530631"/>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File</a:t>
            </a:r>
          </a:p>
        </p:txBody>
      </p:sp>
      <p:sp>
        <p:nvSpPr>
          <p:cNvPr id="30" name="Rectangle 29">
            <a:extLst>
              <a:ext uri="{FF2B5EF4-FFF2-40B4-BE49-F238E27FC236}">
                <a16:creationId xmlns:a16="http://schemas.microsoft.com/office/drawing/2014/main" id="{C11F485F-B3CA-F268-2B71-E8D4FA012EF9}"/>
              </a:ext>
            </a:extLst>
          </p:cNvPr>
          <p:cNvSpPr/>
          <p:nvPr/>
        </p:nvSpPr>
        <p:spPr>
          <a:xfrm>
            <a:off x="10295467" y="4821167"/>
            <a:ext cx="1275644" cy="530631"/>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Database</a:t>
            </a:r>
          </a:p>
        </p:txBody>
      </p:sp>
      <p:cxnSp>
        <p:nvCxnSpPr>
          <p:cNvPr id="32" name="Elbow Connector 31">
            <a:extLst>
              <a:ext uri="{FF2B5EF4-FFF2-40B4-BE49-F238E27FC236}">
                <a16:creationId xmlns:a16="http://schemas.microsoft.com/office/drawing/2014/main" id="{CBE2E2CD-7450-F6D1-E7BE-C3E0F5E743BC}"/>
              </a:ext>
            </a:extLst>
          </p:cNvPr>
          <p:cNvCxnSpPr>
            <a:endCxn id="29" idx="1"/>
          </p:cNvCxnSpPr>
          <p:nvPr/>
        </p:nvCxnSpPr>
        <p:spPr>
          <a:xfrm flipV="1">
            <a:off x="9426222" y="4206451"/>
            <a:ext cx="869245" cy="265315"/>
          </a:xfrm>
          <a:prstGeom prst="bentConnector3">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751C4725-D195-09F1-59A6-52BD29CAC90C}"/>
              </a:ext>
            </a:extLst>
          </p:cNvPr>
          <p:cNvCxnSpPr>
            <a:cxnSpLocks/>
            <a:endCxn id="30" idx="1"/>
          </p:cNvCxnSpPr>
          <p:nvPr/>
        </p:nvCxnSpPr>
        <p:spPr>
          <a:xfrm>
            <a:off x="9426222" y="4737082"/>
            <a:ext cx="869245" cy="349401"/>
          </a:xfrm>
          <a:prstGeom prst="bentConnector3">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674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000000"/>
        </a:solidFill>
        <a:effectLst/>
      </p:bgPr>
    </p:bg>
    <p:spTree>
      <p:nvGrpSpPr>
        <p:cNvPr id="1" name="">
          <a:extLst>
            <a:ext uri="{FF2B5EF4-FFF2-40B4-BE49-F238E27FC236}">
              <a16:creationId xmlns:a16="http://schemas.microsoft.com/office/drawing/2014/main" id="{4672FD88-874A-816F-7EDB-232C5E16B861}"/>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DEF36FE2-3403-81FF-41EF-03449ED9A122}"/>
              </a:ext>
            </a:extLst>
          </p:cNvPr>
          <p:cNvSpPr>
            <a:spLocks noGrp="1"/>
          </p:cNvSpPr>
          <p:nvPr>
            <p:ph type="ftr" sz="quarter" idx="11"/>
          </p:nvPr>
        </p:nvSpPr>
        <p:spPr>
          <a:xfrm>
            <a:off x="10281356" y="6356350"/>
            <a:ext cx="1910644" cy="365125"/>
          </a:xfrm>
        </p:spPr>
        <p:txBody>
          <a:bodyPr/>
          <a:lstStyle/>
          <a:p>
            <a:r>
              <a:rPr lang="en-US" sz="1400" dirty="0">
                <a:solidFill>
                  <a:schemeClr val="bg1"/>
                </a:solidFill>
              </a:rPr>
              <a:t>www.3aayaam.in</a:t>
            </a:r>
          </a:p>
        </p:txBody>
      </p:sp>
      <p:sp>
        <p:nvSpPr>
          <p:cNvPr id="6" name="Slide Number Placeholder 5">
            <a:extLst>
              <a:ext uri="{FF2B5EF4-FFF2-40B4-BE49-F238E27FC236}">
                <a16:creationId xmlns:a16="http://schemas.microsoft.com/office/drawing/2014/main" id="{1F4E2C1F-B26C-AD7B-DD90-45A8C9877EC0}"/>
              </a:ext>
            </a:extLst>
          </p:cNvPr>
          <p:cNvSpPr>
            <a:spLocks noGrp="1"/>
          </p:cNvSpPr>
          <p:nvPr>
            <p:ph type="sldNum" sz="quarter" idx="12"/>
          </p:nvPr>
        </p:nvSpPr>
        <p:spPr/>
        <p:txBody>
          <a:bodyPr/>
          <a:lstStyle/>
          <a:p>
            <a:fld id="{CC057153-B650-4DEB-B370-79DDCFDCE934}" type="slidenum">
              <a:rPr lang="en-US" smtClean="0"/>
              <a:pPr/>
              <a:t>3</a:t>
            </a:fld>
            <a:endParaRPr lang="en-US" dirty="0"/>
          </a:p>
        </p:txBody>
      </p:sp>
      <p:sp>
        <p:nvSpPr>
          <p:cNvPr id="14" name="Title 1">
            <a:extLst>
              <a:ext uri="{FF2B5EF4-FFF2-40B4-BE49-F238E27FC236}">
                <a16:creationId xmlns:a16="http://schemas.microsoft.com/office/drawing/2014/main" id="{2E16DE02-36C8-BB98-6A55-E891363091A8}"/>
              </a:ext>
            </a:extLst>
          </p:cNvPr>
          <p:cNvSpPr txBox="1">
            <a:spLocks/>
          </p:cNvSpPr>
          <p:nvPr/>
        </p:nvSpPr>
        <p:spPr>
          <a:xfrm>
            <a:off x="301312" y="136525"/>
            <a:ext cx="11732644"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gradFill>
                  <a:gsLst>
                    <a:gs pos="0">
                      <a:srgbClr val="FF7E79"/>
                    </a:gs>
                    <a:gs pos="100000">
                      <a:srgbClr val="0096FF"/>
                    </a:gs>
                  </a:gsLst>
                  <a:lin ang="13800000" scaled="0"/>
                </a:gradFill>
              </a:rPr>
              <a:t>Route Coverage</a:t>
            </a:r>
          </a:p>
        </p:txBody>
      </p:sp>
      <p:sp>
        <p:nvSpPr>
          <p:cNvPr id="27" name="TextBox 26">
            <a:extLst>
              <a:ext uri="{FF2B5EF4-FFF2-40B4-BE49-F238E27FC236}">
                <a16:creationId xmlns:a16="http://schemas.microsoft.com/office/drawing/2014/main" id="{A7349122-AC1A-347B-2590-E15E865508AF}"/>
              </a:ext>
            </a:extLst>
          </p:cNvPr>
          <p:cNvSpPr txBox="1"/>
          <p:nvPr/>
        </p:nvSpPr>
        <p:spPr>
          <a:xfrm>
            <a:off x="351236" y="1331673"/>
            <a:ext cx="11489527" cy="4955203"/>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Find out the total distance covered by each vehicle every 1 hour for near real-time dashboard. </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Vehicle no. 28 is transporting critical material for power station at a rural area on 2026-01-06. Material is picked at 3am and scheduled to be dropped at 3pm on the same day covering 1000KM. Need to continuously monitor the avg distance covered by the vehicle, every 15 seconds, to check whether it is on time or not and flag whenever the avg speed is below the needed speed. Consider a buffer of 1-2 </a:t>
            </a:r>
            <a:r>
              <a:rPr lang="en-US" dirty="0" err="1">
                <a:solidFill>
                  <a:schemeClr val="bg1"/>
                </a:solidFill>
                <a:latin typeface="Avenir Book" panose="02000503020000020003" pitchFamily="2" charset="0"/>
              </a:rPr>
              <a:t>hrs</a:t>
            </a:r>
            <a:r>
              <a:rPr lang="en-US" dirty="0">
                <a:solidFill>
                  <a:schemeClr val="bg1"/>
                </a:solidFill>
                <a:latin typeface="Avenir Book" panose="02000503020000020003" pitchFamily="2" charset="0"/>
              </a:rPr>
              <a:t> end-to-end, data older than 2 </a:t>
            </a:r>
            <a:r>
              <a:rPr lang="en-US" dirty="0" err="1">
                <a:solidFill>
                  <a:schemeClr val="bg1"/>
                </a:solidFill>
                <a:latin typeface="Avenir Book" panose="02000503020000020003" pitchFamily="2" charset="0"/>
              </a:rPr>
              <a:t>hrs</a:t>
            </a:r>
            <a:r>
              <a:rPr lang="en-US" dirty="0">
                <a:solidFill>
                  <a:schemeClr val="bg1"/>
                </a:solidFill>
                <a:latin typeface="Avenir Book" panose="02000503020000020003" pitchFamily="2" charset="0"/>
              </a:rPr>
              <a:t> can be ignored.</a:t>
            </a:r>
          </a:p>
          <a:p>
            <a:pPr marL="742950" lvl="1" indent="-285750">
              <a:spcBef>
                <a:spcPts val="600"/>
              </a:spcBef>
              <a:spcAft>
                <a:spcPts val="600"/>
              </a:spcAft>
              <a:buFont typeface="Arial" panose="020B0604020202020204" pitchFamily="34" charset="0"/>
              <a:buChar char="•"/>
            </a:pPr>
            <a:r>
              <a:rPr lang="en-US" sz="1600" dirty="0">
                <a:solidFill>
                  <a:schemeClr val="bg1"/>
                </a:solidFill>
                <a:latin typeface="Avenir Book" panose="02000503020000020003" pitchFamily="2" charset="0"/>
              </a:rPr>
              <a:t>Note : Use latitude and longitude together to find the distance travelled from point A (starting at 3am) to point B (ending at 3pm). Latitude and longitude are in Degrees.</a:t>
            </a:r>
          </a:p>
          <a:p>
            <a:pPr marL="742950" lvl="1" indent="-285750">
              <a:spcBef>
                <a:spcPts val="600"/>
              </a:spcBef>
              <a:spcAft>
                <a:spcPts val="600"/>
              </a:spcAft>
              <a:buFont typeface="Arial" panose="020B0604020202020204" pitchFamily="34" charset="0"/>
              <a:buChar char="•"/>
            </a:pPr>
            <a:r>
              <a:rPr lang="en-US" sz="1600" dirty="0">
                <a:solidFill>
                  <a:schemeClr val="bg1"/>
                </a:solidFill>
                <a:latin typeface="Avenir Book" panose="02000503020000020003" pitchFamily="2" charset="0"/>
              </a:rPr>
              <a:t>Note : Use Haversine formula to find distance between two pairs of </a:t>
            </a:r>
            <a:r>
              <a:rPr lang="en-US" sz="1600" dirty="0" err="1">
                <a:solidFill>
                  <a:schemeClr val="bg1"/>
                </a:solidFill>
                <a:latin typeface="Avenir Book" panose="02000503020000020003" pitchFamily="2" charset="0"/>
              </a:rPr>
              <a:t>LatLong</a:t>
            </a:r>
            <a:r>
              <a:rPr lang="en-US" sz="1600" dirty="0">
                <a:solidFill>
                  <a:schemeClr val="bg1"/>
                </a:solidFill>
                <a:latin typeface="Avenir Book" panose="02000503020000020003" pitchFamily="2" charset="0"/>
              </a:rPr>
              <a:t>. It is used to find distance between two points in a sphere. Python implementation link -  </a:t>
            </a:r>
            <a:r>
              <a:rPr lang="en-US" sz="1600" dirty="0">
                <a:solidFill>
                  <a:schemeClr val="bg1"/>
                </a:solidFill>
                <a:latin typeface="Avenir Book" panose="02000503020000020003" pitchFamily="2" charset="0"/>
                <a:hlinkClick r:id="rId3"/>
              </a:rPr>
              <a:t>https://www.geeksforgeeks.org/dsa/haversine-formula-to-find-distance-between-two-points-on-a-sphere/</a:t>
            </a:r>
            <a:r>
              <a:rPr lang="en-US" sz="1600" dirty="0">
                <a:solidFill>
                  <a:schemeClr val="bg1"/>
                </a:solidFill>
                <a:latin typeface="Avenir Book" panose="02000503020000020003" pitchFamily="2" charset="0"/>
              </a:rPr>
              <a:t>.</a:t>
            </a:r>
          </a:p>
          <a:p>
            <a:pPr marL="742950" lvl="1" indent="-285750">
              <a:spcBef>
                <a:spcPts val="600"/>
              </a:spcBef>
              <a:spcAft>
                <a:spcPts val="600"/>
              </a:spcAft>
              <a:buFont typeface="Arial" panose="020B0604020202020204" pitchFamily="34" charset="0"/>
              <a:buChar char="•"/>
            </a:pPr>
            <a:r>
              <a:rPr lang="en-US" sz="1600" dirty="0">
                <a:solidFill>
                  <a:schemeClr val="bg1"/>
                </a:solidFill>
                <a:latin typeface="Avenir Book" panose="02000503020000020003" pitchFamily="2" charset="0"/>
              </a:rPr>
              <a:t>Check the output of Haversine Python implementation here - </a:t>
            </a:r>
            <a:r>
              <a:rPr lang="en-US" sz="1600" dirty="0">
                <a:solidFill>
                  <a:schemeClr val="bg1"/>
                </a:solidFill>
                <a:latin typeface="Avenir Book" panose="02000503020000020003" pitchFamily="2" charset="0"/>
                <a:hlinkClick r:id="rId4"/>
              </a:rPr>
              <a:t>https://www.omnicalculator.com/other/latitude-longitude-distance</a:t>
            </a:r>
            <a:r>
              <a:rPr lang="en-US" sz="1600" dirty="0">
                <a:solidFill>
                  <a:schemeClr val="bg1"/>
                </a:solidFill>
                <a:latin typeface="Avenir Book" panose="02000503020000020003" pitchFamily="2" charset="0"/>
              </a:rPr>
              <a:t> </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Use Python multi-threading to read multiple files together and send data points to Kafka.</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1 Degree Latitude = 100 km. 1 Degree Longitude = 100 km x cos(latitude in degree)</a:t>
            </a:r>
          </a:p>
        </p:txBody>
      </p:sp>
    </p:spTree>
    <p:extLst>
      <p:ext uri="{BB962C8B-B14F-4D97-AF65-F5344CB8AC3E}">
        <p14:creationId xmlns:p14="http://schemas.microsoft.com/office/powerpoint/2010/main" val="1099183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000000"/>
        </a:solidFill>
        <a:effectLst/>
      </p:bgPr>
    </p:bg>
    <p:spTree>
      <p:nvGrpSpPr>
        <p:cNvPr id="1" name="">
          <a:extLst>
            <a:ext uri="{FF2B5EF4-FFF2-40B4-BE49-F238E27FC236}">
              <a16:creationId xmlns:a16="http://schemas.microsoft.com/office/drawing/2014/main" id="{90DC13BC-3899-9F63-D9BC-BC6F3A3FE91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B87564-BF43-302D-CD96-E43CB90F7A2D}"/>
              </a:ext>
            </a:extLst>
          </p:cNvPr>
          <p:cNvSpPr>
            <a:spLocks noGrp="1"/>
          </p:cNvSpPr>
          <p:nvPr>
            <p:ph type="ftr" sz="quarter" idx="11"/>
          </p:nvPr>
        </p:nvSpPr>
        <p:spPr/>
        <p:txBody>
          <a:bodyPr/>
          <a:lstStyle/>
          <a:p>
            <a:r>
              <a:rPr lang="en-US" sz="1400" dirty="0">
                <a:solidFill>
                  <a:schemeClr val="bg1"/>
                </a:solidFill>
              </a:rPr>
              <a:t>www.3aayaam.in</a:t>
            </a:r>
          </a:p>
        </p:txBody>
      </p:sp>
      <p:sp>
        <p:nvSpPr>
          <p:cNvPr id="6" name="Slide Number Placeholder 5">
            <a:extLst>
              <a:ext uri="{FF2B5EF4-FFF2-40B4-BE49-F238E27FC236}">
                <a16:creationId xmlns:a16="http://schemas.microsoft.com/office/drawing/2014/main" id="{898F84BB-1A71-D525-5599-57DCB2938696}"/>
              </a:ext>
            </a:extLst>
          </p:cNvPr>
          <p:cNvSpPr>
            <a:spLocks noGrp="1"/>
          </p:cNvSpPr>
          <p:nvPr>
            <p:ph type="sldNum" sz="quarter" idx="12"/>
          </p:nvPr>
        </p:nvSpPr>
        <p:spPr/>
        <p:txBody>
          <a:bodyPr/>
          <a:lstStyle/>
          <a:p>
            <a:fld id="{CC057153-B650-4DEB-B370-79DDCFDCE934}" type="slidenum">
              <a:rPr lang="en-US" smtClean="0"/>
              <a:pPr/>
              <a:t>4</a:t>
            </a:fld>
            <a:endParaRPr lang="en-US" dirty="0"/>
          </a:p>
        </p:txBody>
      </p:sp>
      <p:sp>
        <p:nvSpPr>
          <p:cNvPr id="14" name="Title 1">
            <a:extLst>
              <a:ext uri="{FF2B5EF4-FFF2-40B4-BE49-F238E27FC236}">
                <a16:creationId xmlns:a16="http://schemas.microsoft.com/office/drawing/2014/main" id="{DB0269DC-3F04-E7DB-72E4-F22CD55C13FC}"/>
              </a:ext>
            </a:extLst>
          </p:cNvPr>
          <p:cNvSpPr txBox="1">
            <a:spLocks/>
          </p:cNvSpPr>
          <p:nvPr/>
        </p:nvSpPr>
        <p:spPr>
          <a:xfrm>
            <a:off x="323889" y="330147"/>
            <a:ext cx="11628623" cy="1125674"/>
          </a:xfrm>
          <a:prstGeom prst="rect">
            <a:avLst/>
          </a:prstGeom>
        </p:spPr>
        <p:txBody>
          <a:bodyPr vert="horz" lIns="91440" tIns="45720" rIns="91440" bIns="45720" rtlCol="0" anchor="ctr">
            <a:normAutofit fontScale="92500"/>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gradFill>
                  <a:gsLst>
                    <a:gs pos="0">
                      <a:srgbClr val="FF7E79"/>
                    </a:gs>
                    <a:gs pos="100000">
                      <a:srgbClr val="0096FF"/>
                    </a:gs>
                  </a:gsLst>
                  <a:lin ang="13800000" scaled="0"/>
                </a:gradFill>
              </a:rPr>
              <a:t>Route Coverage - Implementation</a:t>
            </a:r>
          </a:p>
        </p:txBody>
      </p:sp>
      <p:sp>
        <p:nvSpPr>
          <p:cNvPr id="2" name="Rounded Rectangle 1">
            <a:extLst>
              <a:ext uri="{FF2B5EF4-FFF2-40B4-BE49-F238E27FC236}">
                <a16:creationId xmlns:a16="http://schemas.microsoft.com/office/drawing/2014/main" id="{54B20E5B-42BC-0D62-6117-CD151A717704}"/>
              </a:ext>
            </a:extLst>
          </p:cNvPr>
          <p:cNvSpPr/>
          <p:nvPr/>
        </p:nvSpPr>
        <p:spPr>
          <a:xfrm>
            <a:off x="4649256" y="2443077"/>
            <a:ext cx="2302933" cy="529618"/>
          </a:xfrm>
          <a:prstGeom prst="round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vehicle-location-topic</a:t>
            </a:r>
          </a:p>
        </p:txBody>
      </p:sp>
      <p:sp>
        <p:nvSpPr>
          <p:cNvPr id="20" name="Rectangle 19">
            <a:extLst>
              <a:ext uri="{FF2B5EF4-FFF2-40B4-BE49-F238E27FC236}">
                <a16:creationId xmlns:a16="http://schemas.microsoft.com/office/drawing/2014/main" id="{7A96B962-383B-8E22-A1F8-CA38D0E2AD8A}"/>
              </a:ext>
            </a:extLst>
          </p:cNvPr>
          <p:cNvSpPr/>
          <p:nvPr/>
        </p:nvSpPr>
        <p:spPr>
          <a:xfrm>
            <a:off x="7909276" y="2217323"/>
            <a:ext cx="1584679" cy="975148"/>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 Streaming Application</a:t>
            </a:r>
          </a:p>
        </p:txBody>
      </p:sp>
      <p:cxnSp>
        <p:nvCxnSpPr>
          <p:cNvPr id="21" name="Straight Arrow Connector 20">
            <a:extLst>
              <a:ext uri="{FF2B5EF4-FFF2-40B4-BE49-F238E27FC236}">
                <a16:creationId xmlns:a16="http://schemas.microsoft.com/office/drawing/2014/main" id="{23E3270E-4F19-BB97-3820-C9A5D45EF7D1}"/>
              </a:ext>
            </a:extLst>
          </p:cNvPr>
          <p:cNvCxnSpPr>
            <a:cxnSpLocks/>
            <a:stCxn id="2" idx="3"/>
            <a:endCxn id="20" idx="1"/>
          </p:cNvCxnSpPr>
          <p:nvPr/>
        </p:nvCxnSpPr>
        <p:spPr>
          <a:xfrm flipV="1">
            <a:off x="6952189" y="2704897"/>
            <a:ext cx="957087" cy="2989"/>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C74E0082-E78E-1511-0C93-0B2F2B0454D6}"/>
              </a:ext>
            </a:extLst>
          </p:cNvPr>
          <p:cNvSpPr/>
          <p:nvPr/>
        </p:nvSpPr>
        <p:spPr>
          <a:xfrm>
            <a:off x="10363200" y="1952006"/>
            <a:ext cx="1275644" cy="530631"/>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File</a:t>
            </a:r>
          </a:p>
        </p:txBody>
      </p:sp>
      <p:sp>
        <p:nvSpPr>
          <p:cNvPr id="30" name="Rectangle 29">
            <a:extLst>
              <a:ext uri="{FF2B5EF4-FFF2-40B4-BE49-F238E27FC236}">
                <a16:creationId xmlns:a16="http://schemas.microsoft.com/office/drawing/2014/main" id="{70E0CC1C-3B18-732D-B285-2069535CDBD5}"/>
              </a:ext>
            </a:extLst>
          </p:cNvPr>
          <p:cNvSpPr/>
          <p:nvPr/>
        </p:nvSpPr>
        <p:spPr>
          <a:xfrm>
            <a:off x="10363200" y="2832038"/>
            <a:ext cx="1275644" cy="530631"/>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MySQL</a:t>
            </a:r>
          </a:p>
        </p:txBody>
      </p:sp>
      <p:cxnSp>
        <p:nvCxnSpPr>
          <p:cNvPr id="32" name="Elbow Connector 31">
            <a:extLst>
              <a:ext uri="{FF2B5EF4-FFF2-40B4-BE49-F238E27FC236}">
                <a16:creationId xmlns:a16="http://schemas.microsoft.com/office/drawing/2014/main" id="{16954CA4-EF45-0C03-D673-E409C3D60833}"/>
              </a:ext>
            </a:extLst>
          </p:cNvPr>
          <p:cNvCxnSpPr>
            <a:endCxn id="29" idx="1"/>
          </p:cNvCxnSpPr>
          <p:nvPr/>
        </p:nvCxnSpPr>
        <p:spPr>
          <a:xfrm flipV="1">
            <a:off x="9493955" y="2217322"/>
            <a:ext cx="869245" cy="265315"/>
          </a:xfrm>
          <a:prstGeom prst="bentConnector3">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47366EC2-AB54-0E58-BFEE-DE3AD09A29A4}"/>
              </a:ext>
            </a:extLst>
          </p:cNvPr>
          <p:cNvCxnSpPr>
            <a:cxnSpLocks/>
            <a:endCxn id="30" idx="1"/>
          </p:cNvCxnSpPr>
          <p:nvPr/>
        </p:nvCxnSpPr>
        <p:spPr>
          <a:xfrm>
            <a:off x="9493955" y="2747953"/>
            <a:ext cx="869245" cy="349401"/>
          </a:xfrm>
          <a:prstGeom prst="bentConnector3">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1" name="Snip Single Corner of Rectangle 10">
            <a:extLst>
              <a:ext uri="{FF2B5EF4-FFF2-40B4-BE49-F238E27FC236}">
                <a16:creationId xmlns:a16="http://schemas.microsoft.com/office/drawing/2014/main" id="{F772D4BC-059D-A5C7-2B5D-82537D322D0E}"/>
              </a:ext>
            </a:extLst>
          </p:cNvPr>
          <p:cNvSpPr/>
          <p:nvPr/>
        </p:nvSpPr>
        <p:spPr>
          <a:xfrm>
            <a:off x="519289" y="1397538"/>
            <a:ext cx="575733" cy="699911"/>
          </a:xfrm>
          <a:prstGeom prst="snip1Rect">
            <a:avLst>
              <a:gd name="adj" fmla="val 28432"/>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file</a:t>
            </a:r>
          </a:p>
        </p:txBody>
      </p:sp>
      <p:sp>
        <p:nvSpPr>
          <p:cNvPr id="12" name="Snip Single Corner of Rectangle 11">
            <a:extLst>
              <a:ext uri="{FF2B5EF4-FFF2-40B4-BE49-F238E27FC236}">
                <a16:creationId xmlns:a16="http://schemas.microsoft.com/office/drawing/2014/main" id="{4C664213-C9E5-11CD-3F64-1012D424DF41}"/>
              </a:ext>
            </a:extLst>
          </p:cNvPr>
          <p:cNvSpPr/>
          <p:nvPr/>
        </p:nvSpPr>
        <p:spPr>
          <a:xfrm>
            <a:off x="519288" y="2349979"/>
            <a:ext cx="575733" cy="699911"/>
          </a:xfrm>
          <a:prstGeom prst="snip1Rect">
            <a:avLst>
              <a:gd name="adj" fmla="val 28432"/>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file</a:t>
            </a:r>
          </a:p>
        </p:txBody>
      </p:sp>
      <p:sp>
        <p:nvSpPr>
          <p:cNvPr id="15" name="Snip Single Corner of Rectangle 14">
            <a:extLst>
              <a:ext uri="{FF2B5EF4-FFF2-40B4-BE49-F238E27FC236}">
                <a16:creationId xmlns:a16="http://schemas.microsoft.com/office/drawing/2014/main" id="{ACE7868E-2D7A-ADA9-14D8-EAD218BC24F6}"/>
              </a:ext>
            </a:extLst>
          </p:cNvPr>
          <p:cNvSpPr/>
          <p:nvPr/>
        </p:nvSpPr>
        <p:spPr>
          <a:xfrm>
            <a:off x="519288" y="3316649"/>
            <a:ext cx="575733" cy="699911"/>
          </a:xfrm>
          <a:prstGeom prst="snip1Rect">
            <a:avLst>
              <a:gd name="adj" fmla="val 28432"/>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file</a:t>
            </a:r>
          </a:p>
        </p:txBody>
      </p:sp>
      <p:sp>
        <p:nvSpPr>
          <p:cNvPr id="16" name="Rectangle 15">
            <a:extLst>
              <a:ext uri="{FF2B5EF4-FFF2-40B4-BE49-F238E27FC236}">
                <a16:creationId xmlns:a16="http://schemas.microsoft.com/office/drawing/2014/main" id="{B93E1E19-F1C5-16D9-1145-B4EA36A1FF8E}"/>
              </a:ext>
            </a:extLst>
          </p:cNvPr>
          <p:cNvSpPr/>
          <p:nvPr/>
        </p:nvSpPr>
        <p:spPr>
          <a:xfrm>
            <a:off x="2342089" y="2357930"/>
            <a:ext cx="1514828" cy="699911"/>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Python Kafka Producer</a:t>
            </a:r>
          </a:p>
        </p:txBody>
      </p:sp>
      <p:cxnSp>
        <p:nvCxnSpPr>
          <p:cNvPr id="34" name="Straight Arrow Connector 33">
            <a:extLst>
              <a:ext uri="{FF2B5EF4-FFF2-40B4-BE49-F238E27FC236}">
                <a16:creationId xmlns:a16="http://schemas.microsoft.com/office/drawing/2014/main" id="{E9007A83-BFF3-37E3-CC9B-4DE9D57C4977}"/>
              </a:ext>
            </a:extLst>
          </p:cNvPr>
          <p:cNvCxnSpPr>
            <a:cxnSpLocks/>
            <a:stCxn id="16" idx="3"/>
            <a:endCxn id="2" idx="1"/>
          </p:cNvCxnSpPr>
          <p:nvPr/>
        </p:nvCxnSpPr>
        <p:spPr>
          <a:xfrm>
            <a:off x="3856917" y="2707886"/>
            <a:ext cx="792339" cy="0"/>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A0D322A5-2565-888A-BC68-1B40DD8641F3}"/>
              </a:ext>
            </a:extLst>
          </p:cNvPr>
          <p:cNvCxnSpPr>
            <a:cxnSpLocks/>
            <a:stCxn id="11" idx="0"/>
          </p:cNvCxnSpPr>
          <p:nvPr/>
        </p:nvCxnSpPr>
        <p:spPr>
          <a:xfrm>
            <a:off x="1095022" y="1747494"/>
            <a:ext cx="1247067" cy="731388"/>
          </a:xfrm>
          <a:prstGeom prst="bentConnector3">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1C017DD0-D743-04BB-E59A-5C038F1752E9}"/>
              </a:ext>
            </a:extLst>
          </p:cNvPr>
          <p:cNvCxnSpPr>
            <a:cxnSpLocks/>
            <a:stCxn id="15" idx="0"/>
          </p:cNvCxnSpPr>
          <p:nvPr/>
        </p:nvCxnSpPr>
        <p:spPr>
          <a:xfrm flipV="1">
            <a:off x="1095021" y="2922653"/>
            <a:ext cx="1269823" cy="743952"/>
          </a:xfrm>
          <a:prstGeom prst="bentConnector3">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D71CE65-A2E5-D6C7-CC4D-03034DADAB61}"/>
              </a:ext>
            </a:extLst>
          </p:cNvPr>
          <p:cNvCxnSpPr>
            <a:cxnSpLocks/>
            <a:stCxn id="12" idx="0"/>
            <a:endCxn id="16" idx="1"/>
          </p:cNvCxnSpPr>
          <p:nvPr/>
        </p:nvCxnSpPr>
        <p:spPr>
          <a:xfrm>
            <a:off x="1095021" y="2699935"/>
            <a:ext cx="1247068" cy="7951"/>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C4E7BBB-2402-9E40-3249-C8A131CA5175}"/>
              </a:ext>
            </a:extLst>
          </p:cNvPr>
          <p:cNvSpPr txBox="1"/>
          <p:nvPr/>
        </p:nvSpPr>
        <p:spPr>
          <a:xfrm>
            <a:off x="1043867" y="3881372"/>
            <a:ext cx="1298222" cy="584775"/>
          </a:xfrm>
          <a:prstGeom prst="rect">
            <a:avLst/>
          </a:prstGeom>
          <a:noFill/>
        </p:spPr>
        <p:txBody>
          <a:bodyPr wrap="square" rtlCol="0">
            <a:spAutoFit/>
          </a:bodyPr>
          <a:lstStyle/>
          <a:p>
            <a:pPr algn="ctr">
              <a:spcBef>
                <a:spcPts val="600"/>
              </a:spcBef>
              <a:spcAft>
                <a:spcPts val="600"/>
              </a:spcAft>
            </a:pPr>
            <a:r>
              <a:rPr lang="en-US" sz="1600" dirty="0">
                <a:solidFill>
                  <a:schemeClr val="bg1"/>
                </a:solidFill>
                <a:latin typeface="Avenir Book" panose="02000503020000020003" pitchFamily="2" charset="0"/>
              </a:rPr>
              <a:t>Fetch only vehicle info</a:t>
            </a:r>
          </a:p>
        </p:txBody>
      </p:sp>
      <p:sp>
        <p:nvSpPr>
          <p:cNvPr id="50" name="TextBox 49">
            <a:extLst>
              <a:ext uri="{FF2B5EF4-FFF2-40B4-BE49-F238E27FC236}">
                <a16:creationId xmlns:a16="http://schemas.microsoft.com/office/drawing/2014/main" id="{681F2EB3-2F27-A57C-9E2F-DC699D15D13D}"/>
              </a:ext>
            </a:extLst>
          </p:cNvPr>
          <p:cNvSpPr txBox="1"/>
          <p:nvPr/>
        </p:nvSpPr>
        <p:spPr>
          <a:xfrm>
            <a:off x="351236" y="4734952"/>
            <a:ext cx="11489527" cy="1661993"/>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vehicle-location-topic should have 10 – 20 partitions.</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Use python multi-threading to read multiple files using a single program and send to Kafka topic.</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Multiple programs can be used along with multi-thread to achieve high throughput.</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Output data should be stored in File and MySQL database both.</a:t>
            </a:r>
          </a:p>
        </p:txBody>
      </p:sp>
    </p:spTree>
    <p:extLst>
      <p:ext uri="{BB962C8B-B14F-4D97-AF65-F5344CB8AC3E}">
        <p14:creationId xmlns:p14="http://schemas.microsoft.com/office/powerpoint/2010/main" val="3987203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000000"/>
        </a:solidFill>
        <a:effectLst/>
      </p:bgPr>
    </p:bg>
    <p:spTree>
      <p:nvGrpSpPr>
        <p:cNvPr id="1" name="">
          <a:extLst>
            <a:ext uri="{FF2B5EF4-FFF2-40B4-BE49-F238E27FC236}">
              <a16:creationId xmlns:a16="http://schemas.microsoft.com/office/drawing/2014/main" id="{7DE33BF2-BCA7-ECC6-D8A6-EF246DA1FCB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E8DADF7-B96B-4281-5281-2504F2620B5D}"/>
              </a:ext>
            </a:extLst>
          </p:cNvPr>
          <p:cNvSpPr>
            <a:spLocks noGrp="1"/>
          </p:cNvSpPr>
          <p:nvPr>
            <p:ph type="ftr" sz="quarter" idx="11"/>
          </p:nvPr>
        </p:nvSpPr>
        <p:spPr/>
        <p:txBody>
          <a:bodyPr/>
          <a:lstStyle/>
          <a:p>
            <a:r>
              <a:rPr lang="en-US" sz="1400" dirty="0">
                <a:solidFill>
                  <a:schemeClr val="bg1"/>
                </a:solidFill>
              </a:rPr>
              <a:t>www.3aayaam.in</a:t>
            </a:r>
          </a:p>
        </p:txBody>
      </p:sp>
      <p:sp>
        <p:nvSpPr>
          <p:cNvPr id="6" name="Slide Number Placeholder 5">
            <a:extLst>
              <a:ext uri="{FF2B5EF4-FFF2-40B4-BE49-F238E27FC236}">
                <a16:creationId xmlns:a16="http://schemas.microsoft.com/office/drawing/2014/main" id="{4398C820-54CB-637F-43EF-A2C1B09AE862}"/>
              </a:ext>
            </a:extLst>
          </p:cNvPr>
          <p:cNvSpPr>
            <a:spLocks noGrp="1"/>
          </p:cNvSpPr>
          <p:nvPr>
            <p:ph type="sldNum" sz="quarter" idx="12"/>
          </p:nvPr>
        </p:nvSpPr>
        <p:spPr/>
        <p:txBody>
          <a:bodyPr/>
          <a:lstStyle/>
          <a:p>
            <a:fld id="{CC057153-B650-4DEB-B370-79DDCFDCE934}" type="slidenum">
              <a:rPr lang="en-US" smtClean="0"/>
              <a:pPr/>
              <a:t>5</a:t>
            </a:fld>
            <a:endParaRPr lang="en-US" dirty="0"/>
          </a:p>
        </p:txBody>
      </p:sp>
      <p:sp>
        <p:nvSpPr>
          <p:cNvPr id="14" name="Title 1">
            <a:extLst>
              <a:ext uri="{FF2B5EF4-FFF2-40B4-BE49-F238E27FC236}">
                <a16:creationId xmlns:a16="http://schemas.microsoft.com/office/drawing/2014/main" id="{A1FC938B-6BF3-D536-DBCB-2BD87BC57543}"/>
              </a:ext>
            </a:extLst>
          </p:cNvPr>
          <p:cNvSpPr txBox="1">
            <a:spLocks noGrp="1" noRot="1" noMove="1" noResize="1" noEditPoints="1" noAdjustHandles="1" noChangeArrowheads="1" noChangeShapeType="1"/>
          </p:cNvSpPr>
          <p:nvPr/>
        </p:nvSpPr>
        <p:spPr>
          <a:xfrm>
            <a:off x="323890" y="330147"/>
            <a:ext cx="1087221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gradFill>
                  <a:gsLst>
                    <a:gs pos="0">
                      <a:srgbClr val="FF7E79"/>
                    </a:gs>
                    <a:gs pos="100000">
                      <a:srgbClr val="0096FF"/>
                    </a:gs>
                  </a:gsLst>
                  <a:lin ang="13800000" scaled="0"/>
                </a:gradFill>
              </a:rPr>
              <a:t>Route Deviation</a:t>
            </a:r>
          </a:p>
        </p:txBody>
      </p:sp>
      <p:sp>
        <p:nvSpPr>
          <p:cNvPr id="27" name="TextBox 26">
            <a:extLst>
              <a:ext uri="{FF2B5EF4-FFF2-40B4-BE49-F238E27FC236}">
                <a16:creationId xmlns:a16="http://schemas.microsoft.com/office/drawing/2014/main" id="{7BBD937A-E646-8C83-1F91-3CA89B0326B2}"/>
              </a:ext>
            </a:extLst>
          </p:cNvPr>
          <p:cNvSpPr txBox="1"/>
          <p:nvPr/>
        </p:nvSpPr>
        <p:spPr>
          <a:xfrm>
            <a:off x="462986" y="1455821"/>
            <a:ext cx="11489527" cy="4370427"/>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Real-time route co-ordinates (</a:t>
            </a:r>
            <a:r>
              <a:rPr lang="en-US" dirty="0" err="1">
                <a:solidFill>
                  <a:schemeClr val="bg1"/>
                </a:solidFill>
                <a:latin typeface="Avenir Book" panose="02000503020000020003" pitchFamily="2" charset="0"/>
              </a:rPr>
              <a:t>LatLong</a:t>
            </a:r>
            <a:r>
              <a:rPr lang="en-US" dirty="0">
                <a:solidFill>
                  <a:schemeClr val="bg1"/>
                </a:solidFill>
                <a:latin typeface="Avenir Book" panose="02000503020000020003" pitchFamily="2" charset="0"/>
              </a:rPr>
              <a:t>) are being sent to vehicle pilot/driver. Each vehicle should follow the route sent to vehicle pilots.</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Vehicle topic – Vehicle Id, </a:t>
            </a:r>
            <a:r>
              <a:rPr lang="en-US" dirty="0" err="1">
                <a:solidFill>
                  <a:schemeClr val="bg1"/>
                </a:solidFill>
                <a:latin typeface="Avenir Book" panose="02000503020000020003" pitchFamily="2" charset="0"/>
              </a:rPr>
              <a:t>Vechile</a:t>
            </a:r>
            <a:r>
              <a:rPr lang="en-US" dirty="0">
                <a:solidFill>
                  <a:schemeClr val="bg1"/>
                </a:solidFill>
                <a:latin typeface="Avenir Book" panose="02000503020000020003" pitchFamily="2" charset="0"/>
              </a:rPr>
              <a:t> </a:t>
            </a:r>
            <a:r>
              <a:rPr lang="en-US" dirty="0" err="1">
                <a:solidFill>
                  <a:schemeClr val="bg1"/>
                </a:solidFill>
                <a:latin typeface="Avenir Book" panose="02000503020000020003" pitchFamily="2" charset="0"/>
              </a:rPr>
              <a:t>LatLong</a:t>
            </a:r>
            <a:r>
              <a:rPr lang="en-US" dirty="0">
                <a:solidFill>
                  <a:schemeClr val="bg1"/>
                </a:solidFill>
                <a:latin typeface="Avenir Book" panose="02000503020000020003" pitchFamily="2" charset="0"/>
              </a:rPr>
              <a:t>, Vehicle Timestamp.</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Route topic – Vehicle Id, Route </a:t>
            </a:r>
            <a:r>
              <a:rPr lang="en-US" dirty="0" err="1">
                <a:solidFill>
                  <a:schemeClr val="bg1"/>
                </a:solidFill>
                <a:latin typeface="Avenir Book" panose="02000503020000020003" pitchFamily="2" charset="0"/>
              </a:rPr>
              <a:t>LatLong</a:t>
            </a:r>
            <a:r>
              <a:rPr lang="en-US" dirty="0">
                <a:solidFill>
                  <a:schemeClr val="bg1"/>
                </a:solidFill>
                <a:latin typeface="Avenir Book" panose="02000503020000020003" pitchFamily="2" charset="0"/>
              </a:rPr>
              <a:t>, Route Timestamp.</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Find deviation of vehicle traverse from route data. If deviation is more than 30km, then flag the vehicle information in the console.</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Deviation calculation </a:t>
            </a:r>
          </a:p>
          <a:p>
            <a:pPr marL="742950" lvl="1" indent="-285750">
              <a:spcBef>
                <a:spcPts val="600"/>
              </a:spcBef>
              <a:spcAft>
                <a:spcPts val="600"/>
              </a:spcAft>
              <a:buFont typeface="Arial" panose="020B0604020202020204" pitchFamily="34" charset="0"/>
              <a:buChar char="•"/>
            </a:pPr>
            <a:r>
              <a:rPr lang="en-US" dirty="0" err="1">
                <a:solidFill>
                  <a:schemeClr val="bg1"/>
                </a:solidFill>
                <a:latin typeface="Avenir Book" panose="02000503020000020003" pitchFamily="2" charset="0"/>
              </a:rPr>
              <a:t>LatLong</a:t>
            </a:r>
            <a:r>
              <a:rPr lang="en-US" dirty="0">
                <a:solidFill>
                  <a:schemeClr val="bg1"/>
                </a:solidFill>
                <a:latin typeface="Avenir Book" panose="02000503020000020003" pitchFamily="2" charset="0"/>
              </a:rPr>
              <a:t> deviation = Vehicle </a:t>
            </a:r>
            <a:r>
              <a:rPr lang="en-US" dirty="0" err="1">
                <a:solidFill>
                  <a:schemeClr val="bg1"/>
                </a:solidFill>
                <a:latin typeface="Avenir Book" panose="02000503020000020003" pitchFamily="2" charset="0"/>
              </a:rPr>
              <a:t>LatLong</a:t>
            </a:r>
            <a:r>
              <a:rPr lang="en-US" dirty="0">
                <a:solidFill>
                  <a:schemeClr val="bg1"/>
                </a:solidFill>
                <a:latin typeface="Avenir Book" panose="02000503020000020003" pitchFamily="2" charset="0"/>
              </a:rPr>
              <a:t> – Route </a:t>
            </a:r>
            <a:r>
              <a:rPr lang="en-US" dirty="0" err="1">
                <a:solidFill>
                  <a:schemeClr val="bg1"/>
                </a:solidFill>
                <a:latin typeface="Avenir Book" panose="02000503020000020003" pitchFamily="2" charset="0"/>
              </a:rPr>
              <a:t>LatLong</a:t>
            </a:r>
            <a:r>
              <a:rPr lang="en-US" dirty="0">
                <a:solidFill>
                  <a:schemeClr val="bg1"/>
                </a:solidFill>
                <a:latin typeface="Avenir Book" panose="02000503020000020003" pitchFamily="2" charset="0"/>
              </a:rPr>
              <a:t>.</a:t>
            </a:r>
          </a:p>
          <a:p>
            <a:pPr marL="742950" lvl="1"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Distance deviation = Use Haversine formula to find the distance in km.</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1 Degree Latitude = 100 km. 1 Degree Longitude = 100 km x cos(latitude in degree) </a:t>
            </a:r>
          </a:p>
          <a:p>
            <a:pPr marL="285750" indent="-285750">
              <a:spcBef>
                <a:spcPts val="600"/>
              </a:spcBef>
              <a:spcAft>
                <a:spcPts val="600"/>
              </a:spcAft>
              <a:buFont typeface="Arial" panose="020B0604020202020204" pitchFamily="34" charset="0"/>
              <a:buChar char="•"/>
            </a:pPr>
            <a:endParaRPr lang="en-US" dirty="0">
              <a:solidFill>
                <a:schemeClr val="bg1"/>
              </a:solidFill>
              <a:latin typeface="Avenir Book" panose="02000503020000020003" pitchFamily="2" charset="0"/>
            </a:endParaRPr>
          </a:p>
        </p:txBody>
      </p:sp>
    </p:spTree>
    <p:extLst>
      <p:ext uri="{BB962C8B-B14F-4D97-AF65-F5344CB8AC3E}">
        <p14:creationId xmlns:p14="http://schemas.microsoft.com/office/powerpoint/2010/main" val="1209808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000000"/>
        </a:solidFill>
        <a:effectLst/>
      </p:bgPr>
    </p:bg>
    <p:spTree>
      <p:nvGrpSpPr>
        <p:cNvPr id="1" name="">
          <a:extLst>
            <a:ext uri="{FF2B5EF4-FFF2-40B4-BE49-F238E27FC236}">
              <a16:creationId xmlns:a16="http://schemas.microsoft.com/office/drawing/2014/main" id="{905911EB-0808-BCD0-453B-2BCBA97A36F4}"/>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BF8D1F-B58A-95D9-ED5B-52E58C6B2CE0}"/>
              </a:ext>
            </a:extLst>
          </p:cNvPr>
          <p:cNvSpPr>
            <a:spLocks noGrp="1"/>
          </p:cNvSpPr>
          <p:nvPr>
            <p:ph type="ftr" sz="quarter" idx="11"/>
          </p:nvPr>
        </p:nvSpPr>
        <p:spPr/>
        <p:txBody>
          <a:bodyPr/>
          <a:lstStyle/>
          <a:p>
            <a:r>
              <a:rPr lang="en-US" sz="1400" dirty="0">
                <a:solidFill>
                  <a:schemeClr val="bg1"/>
                </a:solidFill>
              </a:rPr>
              <a:t>www.3aayaam.in</a:t>
            </a:r>
          </a:p>
        </p:txBody>
      </p:sp>
      <p:sp>
        <p:nvSpPr>
          <p:cNvPr id="6" name="Slide Number Placeholder 5">
            <a:extLst>
              <a:ext uri="{FF2B5EF4-FFF2-40B4-BE49-F238E27FC236}">
                <a16:creationId xmlns:a16="http://schemas.microsoft.com/office/drawing/2014/main" id="{9022FF17-8940-A651-C6A1-EA049B3639FB}"/>
              </a:ext>
            </a:extLst>
          </p:cNvPr>
          <p:cNvSpPr>
            <a:spLocks noGrp="1"/>
          </p:cNvSpPr>
          <p:nvPr>
            <p:ph type="sldNum" sz="quarter" idx="12"/>
          </p:nvPr>
        </p:nvSpPr>
        <p:spPr/>
        <p:txBody>
          <a:bodyPr/>
          <a:lstStyle/>
          <a:p>
            <a:fld id="{CC057153-B650-4DEB-B370-79DDCFDCE934}" type="slidenum">
              <a:rPr lang="en-US" smtClean="0"/>
              <a:pPr/>
              <a:t>6</a:t>
            </a:fld>
            <a:endParaRPr lang="en-US" dirty="0"/>
          </a:p>
        </p:txBody>
      </p:sp>
      <p:sp>
        <p:nvSpPr>
          <p:cNvPr id="14" name="Title 1">
            <a:extLst>
              <a:ext uri="{FF2B5EF4-FFF2-40B4-BE49-F238E27FC236}">
                <a16:creationId xmlns:a16="http://schemas.microsoft.com/office/drawing/2014/main" id="{BC212CE1-B523-026B-8EF8-BB042B78C9B4}"/>
              </a:ext>
            </a:extLst>
          </p:cNvPr>
          <p:cNvSpPr txBox="1">
            <a:spLocks/>
          </p:cNvSpPr>
          <p:nvPr/>
        </p:nvSpPr>
        <p:spPr>
          <a:xfrm>
            <a:off x="323890" y="330147"/>
            <a:ext cx="11642332" cy="1125674"/>
          </a:xfrm>
          <a:prstGeom prst="rect">
            <a:avLst/>
          </a:prstGeom>
        </p:spPr>
        <p:txBody>
          <a:bodyPr vert="horz" lIns="91440" tIns="45720" rIns="91440" bIns="45720" rtlCol="0" anchor="ctr">
            <a:normAutofit fontScale="92500"/>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gradFill>
                  <a:gsLst>
                    <a:gs pos="0">
                      <a:srgbClr val="FF7E79"/>
                    </a:gs>
                    <a:gs pos="100000">
                      <a:srgbClr val="0096FF"/>
                    </a:gs>
                  </a:gsLst>
                  <a:lin ang="13800000" scaled="0"/>
                </a:gradFill>
              </a:rPr>
              <a:t>Route Deviation - Implementation</a:t>
            </a:r>
          </a:p>
        </p:txBody>
      </p:sp>
      <p:sp>
        <p:nvSpPr>
          <p:cNvPr id="27" name="TextBox 26">
            <a:extLst>
              <a:ext uri="{FF2B5EF4-FFF2-40B4-BE49-F238E27FC236}">
                <a16:creationId xmlns:a16="http://schemas.microsoft.com/office/drawing/2014/main" id="{D96C5D48-6A4D-5702-F243-5333EA2869F7}"/>
              </a:ext>
            </a:extLst>
          </p:cNvPr>
          <p:cNvSpPr txBox="1"/>
          <p:nvPr/>
        </p:nvSpPr>
        <p:spPr>
          <a:xfrm>
            <a:off x="323890" y="3914529"/>
            <a:ext cx="11489527" cy="1231106"/>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Send vehicle location to Kafka topic and route data to route-topic.</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Use Python multi-threading to read multiple files using same code.</a:t>
            </a:r>
          </a:p>
          <a:p>
            <a:pPr marL="285750" indent="-285750">
              <a:spcBef>
                <a:spcPts val="600"/>
              </a:spcBef>
              <a:spcAft>
                <a:spcPts val="600"/>
              </a:spcAft>
              <a:buFont typeface="Arial" panose="020B0604020202020204" pitchFamily="34" charset="0"/>
              <a:buChar char="•"/>
            </a:pPr>
            <a:r>
              <a:rPr lang="en-US" dirty="0">
                <a:solidFill>
                  <a:schemeClr val="bg1"/>
                </a:solidFill>
                <a:latin typeface="Avenir Book" panose="02000503020000020003" pitchFamily="2" charset="0"/>
              </a:rPr>
              <a:t>Read from one input file and send data to two different topics. </a:t>
            </a:r>
          </a:p>
        </p:txBody>
      </p:sp>
      <p:sp>
        <p:nvSpPr>
          <p:cNvPr id="2" name="Rectangle 1">
            <a:extLst>
              <a:ext uri="{FF2B5EF4-FFF2-40B4-BE49-F238E27FC236}">
                <a16:creationId xmlns:a16="http://schemas.microsoft.com/office/drawing/2014/main" id="{A3E5B60D-A930-25BC-FD5E-B5D5D70F4A90}"/>
              </a:ext>
            </a:extLst>
          </p:cNvPr>
          <p:cNvSpPr/>
          <p:nvPr/>
        </p:nvSpPr>
        <p:spPr>
          <a:xfrm>
            <a:off x="1924400" y="1581280"/>
            <a:ext cx="1654177" cy="699911"/>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Vehicle location </a:t>
            </a:r>
            <a:r>
              <a:rPr lang="en-US" sz="1600" dirty="0" err="1">
                <a:latin typeface="Avenir Book" panose="02000503020000020003" pitchFamily="2" charset="0"/>
              </a:rPr>
              <a:t>LatLong</a:t>
            </a:r>
            <a:endParaRPr lang="en-US" sz="1600" dirty="0">
              <a:latin typeface="Avenir Book" panose="02000503020000020003" pitchFamily="2" charset="0"/>
            </a:endParaRPr>
          </a:p>
        </p:txBody>
      </p:sp>
      <p:sp>
        <p:nvSpPr>
          <p:cNvPr id="3" name="Rectangle 2">
            <a:extLst>
              <a:ext uri="{FF2B5EF4-FFF2-40B4-BE49-F238E27FC236}">
                <a16:creationId xmlns:a16="http://schemas.microsoft.com/office/drawing/2014/main" id="{64504F71-0DF1-34C9-C0A4-85C5CFE0C3E7}"/>
              </a:ext>
            </a:extLst>
          </p:cNvPr>
          <p:cNvSpPr/>
          <p:nvPr/>
        </p:nvSpPr>
        <p:spPr>
          <a:xfrm>
            <a:off x="1924401" y="2682194"/>
            <a:ext cx="1654176" cy="699911"/>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Real-time route coordinates</a:t>
            </a:r>
          </a:p>
        </p:txBody>
      </p:sp>
      <p:sp>
        <p:nvSpPr>
          <p:cNvPr id="4" name="Snip Single Corner of Rectangle 3">
            <a:extLst>
              <a:ext uri="{FF2B5EF4-FFF2-40B4-BE49-F238E27FC236}">
                <a16:creationId xmlns:a16="http://schemas.microsoft.com/office/drawing/2014/main" id="{0EBFF9D0-EE28-C991-51D0-D4073362492B}"/>
              </a:ext>
            </a:extLst>
          </p:cNvPr>
          <p:cNvSpPr/>
          <p:nvPr/>
        </p:nvSpPr>
        <p:spPr>
          <a:xfrm>
            <a:off x="541865" y="1581279"/>
            <a:ext cx="575733" cy="699911"/>
          </a:xfrm>
          <a:prstGeom prst="snip1Rect">
            <a:avLst>
              <a:gd name="adj" fmla="val 28432"/>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file</a:t>
            </a:r>
          </a:p>
        </p:txBody>
      </p:sp>
      <p:sp>
        <p:nvSpPr>
          <p:cNvPr id="7" name="Snip Single Corner of Rectangle 6">
            <a:extLst>
              <a:ext uri="{FF2B5EF4-FFF2-40B4-BE49-F238E27FC236}">
                <a16:creationId xmlns:a16="http://schemas.microsoft.com/office/drawing/2014/main" id="{B8ED7B47-D042-8B8C-87C5-9CB3C497D4A1}"/>
              </a:ext>
            </a:extLst>
          </p:cNvPr>
          <p:cNvSpPr/>
          <p:nvPr/>
        </p:nvSpPr>
        <p:spPr>
          <a:xfrm>
            <a:off x="541864" y="2682194"/>
            <a:ext cx="575733" cy="699911"/>
          </a:xfrm>
          <a:prstGeom prst="snip1Rect">
            <a:avLst>
              <a:gd name="adj" fmla="val 28432"/>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file</a:t>
            </a:r>
          </a:p>
        </p:txBody>
      </p:sp>
      <p:sp>
        <p:nvSpPr>
          <p:cNvPr id="8" name="Rounded Rectangle 7">
            <a:extLst>
              <a:ext uri="{FF2B5EF4-FFF2-40B4-BE49-F238E27FC236}">
                <a16:creationId xmlns:a16="http://schemas.microsoft.com/office/drawing/2014/main" id="{59DD47B2-D75E-E211-1227-EC829AA52346}"/>
              </a:ext>
            </a:extLst>
          </p:cNvPr>
          <p:cNvSpPr/>
          <p:nvPr/>
        </p:nvSpPr>
        <p:spPr>
          <a:xfrm>
            <a:off x="4400901" y="1666426"/>
            <a:ext cx="2302933" cy="529618"/>
          </a:xfrm>
          <a:prstGeom prst="round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vehicle-location-topic</a:t>
            </a:r>
          </a:p>
        </p:txBody>
      </p:sp>
      <p:sp>
        <p:nvSpPr>
          <p:cNvPr id="9" name="Rounded Rectangle 8">
            <a:extLst>
              <a:ext uri="{FF2B5EF4-FFF2-40B4-BE49-F238E27FC236}">
                <a16:creationId xmlns:a16="http://schemas.microsoft.com/office/drawing/2014/main" id="{06EF2411-6381-99A3-DEAE-D3CFD8125025}"/>
              </a:ext>
            </a:extLst>
          </p:cNvPr>
          <p:cNvSpPr/>
          <p:nvPr/>
        </p:nvSpPr>
        <p:spPr>
          <a:xfrm>
            <a:off x="4400900" y="2767340"/>
            <a:ext cx="2302933" cy="529618"/>
          </a:xfrm>
          <a:prstGeom prst="round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route-topic</a:t>
            </a:r>
          </a:p>
        </p:txBody>
      </p:sp>
      <p:cxnSp>
        <p:nvCxnSpPr>
          <p:cNvPr id="10" name="Straight Arrow Connector 9">
            <a:extLst>
              <a:ext uri="{FF2B5EF4-FFF2-40B4-BE49-F238E27FC236}">
                <a16:creationId xmlns:a16="http://schemas.microsoft.com/office/drawing/2014/main" id="{B4B81097-07CB-EAAC-8BE8-9697BD9382A4}"/>
              </a:ext>
            </a:extLst>
          </p:cNvPr>
          <p:cNvCxnSpPr>
            <a:cxnSpLocks/>
            <a:stCxn id="4" idx="0"/>
            <a:endCxn id="2" idx="1"/>
          </p:cNvCxnSpPr>
          <p:nvPr/>
        </p:nvCxnSpPr>
        <p:spPr>
          <a:xfrm>
            <a:off x="1117598" y="1931235"/>
            <a:ext cx="806802" cy="1"/>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A2FBD2D-9932-60E2-D351-DBDD478FF117}"/>
              </a:ext>
            </a:extLst>
          </p:cNvPr>
          <p:cNvCxnSpPr>
            <a:cxnSpLocks/>
            <a:stCxn id="7" idx="0"/>
            <a:endCxn id="3" idx="1"/>
          </p:cNvCxnSpPr>
          <p:nvPr/>
        </p:nvCxnSpPr>
        <p:spPr>
          <a:xfrm>
            <a:off x="1117597" y="3032150"/>
            <a:ext cx="806804" cy="0"/>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CBB25BC-2C5C-E60F-4A83-CEDFD079FB45}"/>
              </a:ext>
            </a:extLst>
          </p:cNvPr>
          <p:cNvCxnSpPr>
            <a:cxnSpLocks/>
            <a:stCxn id="2" idx="3"/>
            <a:endCxn id="8" idx="1"/>
          </p:cNvCxnSpPr>
          <p:nvPr/>
        </p:nvCxnSpPr>
        <p:spPr>
          <a:xfrm flipV="1">
            <a:off x="3578577" y="1931235"/>
            <a:ext cx="822324" cy="1"/>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EEEBEC2-A35F-52DE-7765-C916848A4881}"/>
              </a:ext>
            </a:extLst>
          </p:cNvPr>
          <p:cNvCxnSpPr>
            <a:cxnSpLocks/>
            <a:stCxn id="3" idx="3"/>
            <a:endCxn id="9" idx="1"/>
          </p:cNvCxnSpPr>
          <p:nvPr/>
        </p:nvCxnSpPr>
        <p:spPr>
          <a:xfrm flipV="1">
            <a:off x="3578577" y="3032149"/>
            <a:ext cx="822323" cy="1"/>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A11DA350-65B0-CC42-F05C-C62ECC979C07}"/>
              </a:ext>
            </a:extLst>
          </p:cNvPr>
          <p:cNvSpPr/>
          <p:nvPr/>
        </p:nvSpPr>
        <p:spPr>
          <a:xfrm>
            <a:off x="7761815" y="2023134"/>
            <a:ext cx="1584679" cy="975148"/>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 Streaming Application</a:t>
            </a:r>
          </a:p>
        </p:txBody>
      </p:sp>
      <p:cxnSp>
        <p:nvCxnSpPr>
          <p:cNvPr id="25" name="Elbow Connector 24">
            <a:extLst>
              <a:ext uri="{FF2B5EF4-FFF2-40B4-BE49-F238E27FC236}">
                <a16:creationId xmlns:a16="http://schemas.microsoft.com/office/drawing/2014/main" id="{0C16AE74-7825-5405-5B6C-B9A78264DC99}"/>
              </a:ext>
            </a:extLst>
          </p:cNvPr>
          <p:cNvCxnSpPr>
            <a:cxnSpLocks/>
            <a:stCxn id="8" idx="3"/>
          </p:cNvCxnSpPr>
          <p:nvPr/>
        </p:nvCxnSpPr>
        <p:spPr>
          <a:xfrm>
            <a:off x="6703834" y="1931235"/>
            <a:ext cx="1057981" cy="450721"/>
          </a:xfrm>
          <a:prstGeom prst="bentConnector3">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581831D4-D7C2-76EB-6C83-BEEF3EB395C7}"/>
              </a:ext>
            </a:extLst>
          </p:cNvPr>
          <p:cNvCxnSpPr>
            <a:cxnSpLocks/>
            <a:stCxn id="9" idx="3"/>
          </p:cNvCxnSpPr>
          <p:nvPr/>
        </p:nvCxnSpPr>
        <p:spPr>
          <a:xfrm flipV="1">
            <a:off x="6703833" y="2650523"/>
            <a:ext cx="1057982" cy="381626"/>
          </a:xfrm>
          <a:prstGeom prst="bentConnector3">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6CEB5E8E-47FE-9564-8FF0-1107D916ACFA}"/>
              </a:ext>
            </a:extLst>
          </p:cNvPr>
          <p:cNvSpPr/>
          <p:nvPr/>
        </p:nvSpPr>
        <p:spPr>
          <a:xfrm>
            <a:off x="10374491" y="2245392"/>
            <a:ext cx="1275644" cy="530631"/>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Console</a:t>
            </a:r>
          </a:p>
        </p:txBody>
      </p:sp>
      <p:cxnSp>
        <p:nvCxnSpPr>
          <p:cNvPr id="34" name="Straight Arrow Connector 33">
            <a:extLst>
              <a:ext uri="{FF2B5EF4-FFF2-40B4-BE49-F238E27FC236}">
                <a16:creationId xmlns:a16="http://schemas.microsoft.com/office/drawing/2014/main" id="{292BE671-D9E8-A885-5BB2-AA0C19CB52A8}"/>
              </a:ext>
            </a:extLst>
          </p:cNvPr>
          <p:cNvCxnSpPr>
            <a:cxnSpLocks/>
            <a:stCxn id="24" idx="3"/>
            <a:endCxn id="33" idx="1"/>
          </p:cNvCxnSpPr>
          <p:nvPr/>
        </p:nvCxnSpPr>
        <p:spPr>
          <a:xfrm>
            <a:off x="9346494" y="2510708"/>
            <a:ext cx="1027997" cy="0"/>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445845"/>
      </p:ext>
    </p:extLst>
  </p:cSld>
  <p:clrMapOvr>
    <a:masterClrMapping/>
  </p:clrMapOvr>
</p:sld>
</file>

<file path=ppt/theme/theme1.xml><?xml version="1.0" encoding="utf-8"?>
<a:theme xmlns:a="http://schemas.openxmlformats.org/drawingml/2006/main" name="Office Theme">
  <a:themeElements>
    <a:clrScheme name="Happy Birthday Dad">
      <a:dk1>
        <a:srgbClr val="000000"/>
      </a:dk1>
      <a:lt1>
        <a:srgbClr val="FFFFFF"/>
      </a:lt1>
      <a:dk2>
        <a:srgbClr val="44546A"/>
      </a:dk2>
      <a:lt2>
        <a:srgbClr val="E7E6E6"/>
      </a:lt2>
      <a:accent1>
        <a:srgbClr val="00B192"/>
      </a:accent1>
      <a:accent2>
        <a:srgbClr val="EAE657"/>
      </a:accent2>
      <a:accent3>
        <a:srgbClr val="FC692E"/>
      </a:accent3>
      <a:accent4>
        <a:srgbClr val="C39A6C"/>
      </a:accent4>
      <a:accent5>
        <a:srgbClr val="F09DF9"/>
      </a:accent5>
      <a:accent6>
        <a:srgbClr val="88D8CF"/>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lumMod val="75000"/>
            <a:lumOff val="25000"/>
          </a:schemeClr>
        </a:solidFill>
        <a:ln>
          <a:solidFill>
            <a:schemeClr val="bg1"/>
          </a:solidFill>
        </a:ln>
      </a:spPr>
      <a:bodyPr rtlCol="0" anchor="ctr"/>
      <a:lstStyle>
        <a:defPPr algn="ctr">
          <a:defRPr dirty="0">
            <a:latin typeface="Avenir Book" panose="02000503020000020003" pitchFamily="2" charset="0"/>
          </a:defRPr>
        </a:defPPr>
      </a:lstStyle>
      <a:style>
        <a:lnRef idx="2">
          <a:schemeClr val="accent1">
            <a:shade val="15000"/>
          </a:schemeClr>
        </a:lnRef>
        <a:fillRef idx="1">
          <a:schemeClr val="accent1"/>
        </a:fillRef>
        <a:effectRef idx="0">
          <a:schemeClr val="accent1"/>
        </a:effectRef>
        <a:fontRef idx="minor">
          <a:schemeClr val="lt1"/>
        </a:fontRef>
      </a:style>
    </a:spDef>
    <a:lnDef>
      <a:spPr>
        <a:ln w="19050">
          <a:solidFill>
            <a:schemeClr val="bg1"/>
          </a:solidFill>
          <a:headEnd type="none"/>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spcBef>
            <a:spcPts val="600"/>
          </a:spcBef>
          <a:spcAft>
            <a:spcPts val="600"/>
          </a:spcAft>
          <a:defRPr dirty="0" smtClean="0">
            <a:solidFill>
              <a:schemeClr val="bg1"/>
            </a:solidFill>
            <a:latin typeface="Avenir Book" panose="02000503020000020003" pitchFamily="2" charset="0"/>
          </a:defRPr>
        </a:defPPr>
      </a:lstStyle>
    </a:txDef>
  </a:objectDefaults>
  <a:extraClrSchemeLst/>
  <a:extLst>
    <a:ext uri="{05A4C25C-085E-4340-85A3-A5531E510DB2}">
      <thm15:themeFamily xmlns:thm15="http://schemas.microsoft.com/office/thememl/2012/main" name="tf89280282_win32_fixed" id="{90CBFA85-09FD-4D3D-81E2-57782BBDE0FB}" vid="{2C3BBF52-29D1-4F7F-9ED4-24D9CCE0A7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5ADAB8-AE6D-478C-98E2-604F0A86DF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B59579B-C32A-42C0-BE36-5304F70301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2CF8AE-7198-4CD3-A0D5-17C0D766AB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577</Words>
  <Application>Microsoft Macintosh PowerPoint</Application>
  <PresentationFormat>Widescreen</PresentationFormat>
  <Paragraphs>70</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Avenir</vt:lpstr>
      <vt:lpstr>Avenir Book</vt:lpstr>
      <vt:lpstr>Calibri</vt:lpstr>
      <vt:lpstr>Office Theme</vt:lpstr>
      <vt:lpstr>Project 9 – Vehicle Route Analysis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2022-06-27T23:39:42Z</dcterms:created>
  <dcterms:modified xsi:type="dcterms:W3CDTF">2025-09-28T17:34:05Z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